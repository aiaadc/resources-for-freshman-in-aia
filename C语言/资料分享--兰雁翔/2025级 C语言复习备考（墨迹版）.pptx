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sldIdLst>
    <p:sldId id="256" r:id="rId3"/>
    <p:sldId id="263" r:id="rId4"/>
    <p:sldId id="331" r:id="rId5"/>
    <p:sldId id="292" r:id="rId6"/>
    <p:sldId id="293" r:id="rId7"/>
    <p:sldId id="294" r:id="rId8"/>
    <p:sldId id="295" r:id="rId9"/>
    <p:sldId id="296" r:id="rId10"/>
    <p:sldId id="305" r:id="rId11"/>
    <p:sldId id="310" r:id="rId12"/>
    <p:sldId id="311" r:id="rId13"/>
    <p:sldId id="328" r:id="rId14"/>
    <p:sldId id="297" r:id="rId15"/>
    <p:sldId id="312" r:id="rId16"/>
    <p:sldId id="313" r:id="rId17"/>
    <p:sldId id="298" r:id="rId18"/>
    <p:sldId id="314" r:id="rId19"/>
    <p:sldId id="316" r:id="rId20"/>
    <p:sldId id="315" r:id="rId21"/>
    <p:sldId id="330" r:id="rId22"/>
    <p:sldId id="329" r:id="rId23"/>
    <p:sldId id="299" r:id="rId24"/>
    <p:sldId id="300" r:id="rId25"/>
    <p:sldId id="317" r:id="rId26"/>
    <p:sldId id="319" r:id="rId27"/>
    <p:sldId id="327" r:id="rId28"/>
    <p:sldId id="301" r:id="rId29"/>
    <p:sldId id="302" r:id="rId30"/>
    <p:sldId id="306" r:id="rId31"/>
    <p:sldId id="308" r:id="rId32"/>
    <p:sldId id="309" r:id="rId33"/>
    <p:sldId id="307" r:id="rId34"/>
    <p:sldId id="303" r:id="rId35"/>
    <p:sldId id="304" r:id="rId36"/>
    <p:sldId id="321" r:id="rId37"/>
    <p:sldId id="322" r:id="rId38"/>
    <p:sldId id="323" r:id="rId39"/>
    <p:sldId id="324" r:id="rId40"/>
    <p:sldId id="325" r:id="rId41"/>
    <p:sldId id="326" r:id="rId42"/>
    <p:sldId id="33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626F"/>
    <a:srgbClr val="9DE0B3"/>
    <a:srgbClr val="45B0A8"/>
    <a:srgbClr val="64868E"/>
    <a:srgbClr val="E5FCC2"/>
    <a:srgbClr val="98B4A6"/>
    <a:srgbClr val="A2D3EC"/>
    <a:srgbClr val="DEE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25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1276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20: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6675.000 10090.000 0,'9.000'-18.000'16,"-1.000"13.000"0,58.000 0.000-1,100.000-27.000 1,65.000-19.000 0,17.000 4.000-1,42.000-4.000 1,7.000 9.000-1,1.000 9.000 1,16.000 19.000 0,-16.000 14.000 15,-17.000 10.000-15,-16.000 8.000-1,-33.000 6.000 1,-26.000 4.000-1,-40.000-14.000 1,-26.000 4.000 0,-24.000-23.000-1,-116.000 5.000 1</inkml:trace>
  <inkml:trace contextRef="#ctx0" brushRef="#br0">11249.000 9988.000 0,'8.000'-14.000'15,"0.000"14.000"1,34.000 5.000 0,24.000-5.000 15,83.000-10.000-15,66.000-4.000-1,25.000-9.000 1,49.000-14.000-1,-32.000 4.000 1,32.000 5.000 0,-49.000 0.000-1,0.000 14.000 1,-50.000 10.000 0,-8.000 18.000-1,-50.000-5.000 1,-8.000 10.000-1,-33.000 9.000 1,-8.000 0.000 15,-83.000-28.000-15</inkml:trace>
  <inkml:trace contextRef="#ctx0" brushRef="#br0">15285.000 10151.000 0,'99.000'-51.000'15,"-25.000"32.000"1,108.000-28.000 0,25.000 38.000-1,116.000 9.000 1,41.000 14.000-1,41.000 9.000 1,17.000-4.000 15,8.000 4.000-15,33.000 0.000 0,-17.000-18.000-1,-7.000 0.000 1,-17.000-15.000-1,-9.000-4.000 1,-41.000-4.000 0,-33.000 4.000-1,-41.000 23.000 1,-298.000-9.000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21: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7800.000 4047.000 0,'-8.000'5.000'0,"8.000"-5.000"16,0.000 5.000-16,0.000-5.000 0,0.000 14.000 16,-8.000 9.000-16,-17.000 28.000 15,-8.000 23.000 1,-9.000 5.000-1,1.000-13.000 1,-9.000-20.000 0,-16.000 52.000-1,17.000-28.000 1,7.000 18.000 0,1.000-28.000-1,16.000-8.000 16,0.000-24.000-15,17.000-5.000 0,0.000-9.000-1,0.000-5.000 1,8.000 0.000 0,0.000-9.000-1,0.000 0.000 1</inkml:trace>
  <inkml:trace contextRef="#ctx0" brushRef="#br0">8164.000 4043.000 0,'0.000'28.000'16,"0.000"-28.000"-1,0.000 4.000 1,-8.000 10.000 0,0.000 5.000-1,-9.000 18.000 1,-8.000 14.000 0,-16.000 10.000-1,8.000-1.000 1,-9.000-13.000-1,1.000 22.000 1,8.000 1.000 0,-8.000 9.000-1,-1.000 5.000 1,1.000-10.000 0,16.000-27.000 15,9.000-19.000-16,-1.000-10.000 1,9.000-4.000 0,0.000 0.000-1,-1.000-4.000 1,9.000-1.000 0,-8.000 0.000-1,25.000 5.000 1,-17.000-14.000-1</inkml:trace>
  <inkml:trace contextRef="#ctx0" brushRef="#br0">9653.000 5020.000 0,'8.000'4.000'0,"-8.000"-4.000"0,0.000 5.000 16,17.000 9.000-16,7.000 23.000 0,-24.000-37.000 16</inkml:trace>
  <inkml:trace contextRef="#ctx0" brushRef="#br0">9603.000 5573.000 0,'17.000'23.000'16,"-17.000"-4.000"0,-25.000 88.000-1,0.000 0.000 1,17.000-42.000 0,-9.000 28.000-1,1.000-18.000 16,16.000-24.000-15,0.000-42.000 0,0.000-9.000-1</inkml:trace>
  <inkml:trace contextRef="#ctx0" brushRef="#br0">10008.000 5685.000 0,'-16.000'97.000'0,"8.000"-59.000"15,8.000 4.000 16,0.000-5.000-15,0.000-5.000 0,0.000-4.000-1,0.000-9.000 1,8.000 4.000 0,8.000-14.000-1,17.000-18.000 1,50.000-51.000-1,16.000-61.000 1,17.000 9.000 0,-8.000 19.000-1,-1.000 19.000 1,-90.000 88.000 0,16.000 46.000-1,-25.000 38.000 16,-8.000-15.000-15,0.000-4.000 0,8.000 5.000-1,1.000-14.000 1,-1.000-28.000 0,17.000-33.000-1,41.000-13.000 1,41.000-57.000-1,42.000-92.000 1,0.000-6.000 0,8.000-92.000-1,-41.000 70.000 1,-108.000 139.000 0,1.000 14.000-1,-9.000 14.000 16,0.000 9.000-15,-9.000 29.000 0,-16.000 64.000-1,1.000 28.000 1,-1.000 89.000 0,0.000-19.000-1,0.000 23.000 1,9.000-27.000-1,24.000-5.000 1,17.000-47.000 0,41.000-65.000-1,33.000-84.000 1,9.000-78.000 0,-108.000 97.000-1</inkml:trace>
  <inkml:trace contextRef="#ctx0" brushRef="#br0">11001.000 5485.000 0,'8.000'14.000'16,"0.000"-10.000"-1,25.000 6.000 1,42.000-6.000 0,32.000 1.000 15,117.000 14.000-16,-42.000-5.000 1,-182.000-14.000 0</inkml:trace>
  <inkml:trace contextRef="#ctx0" brushRef="#br0">13531.000 5652.000 0,'0.000'-46.000'15,"-8.000"41.000"1,0.000-9.000 0,-42.000-14.000-1,-41.000 10.000 1,9.000 18.000-1,-84.000 9.000 1,9.000 56.000 0,-8.000 33.000-1,49.000 13.000 1,116.000-60.000 15,0.000-9.000-15,33.000 14.000-1,8.000-28.000 1,17.000-9.000 0,8.000-15.000-1,50.000-41.000 1,-8.000-51.000 0,16.000-24.000-1,-25.000 14.000 1,-82.000 80.000-1,7.000-1.000 1,-7.000 15.000 0,-1.000 13.000-1,9.000 28.000 1,17.000 37.000 15,-1.000 6.000-15,0.000-20.000-1,42.000-4.000 1,-9.000-14.000 0,1.000-24.000-1,-1.000 6.000 1,-74.000-24.000 0</inkml:trace>
  <inkml:trace contextRef="#ctx0" brushRef="#br0">14135.000 5573.000 0,'-16.000'-9.000'0,"16.000"9.000"16,33.000 0.000 15,33.000-5.000-16,17.000 5.000 1,41.000-9.000 0,-25.000 4.000-1,-33.000 1.000 1,-66.000 4.000 0</inkml:trace>
  <inkml:trace contextRef="#ctx0" brushRef="#br0">14259.000 5913.000 0,'0.000'0.000'15,"9.000"0.000"1,-1.000 0.000-1,25.000-5.000 1,33.000-4.000 0,25.000 4.000-1,33.000 5.000 1,0.000 5.000 0,-124.000-5.000-1</inkml:trace>
  <inkml:trace contextRef="#ctx0" brushRef="#br0">15359.000 5568.000 0,'-82.000'47.000'15,"65.000"-5.000"1,-74.000 46.000 0,50.000 5.000-1,32.000-46.000 1,9.000-19.000-1,9.000 4.000 1,15.000 1.000 0,18.000-5.000-1,57.000-5.000 17,-8.000-14.000-17,0.000-18.000 1,8.000-38.000-1,-24.000-22.000 1,-34.000-6.000 0,-24.000 24.000-1,-17.000 9.000 1,-9.000 5.000 0,-16.000-5.000-1,9.000 10.000 1,-9.000 8.000-1,0.000 10.000 1,25.000 14.000 0</inkml:trace>
  <inkml:trace contextRef="#ctx0" brushRef="#br0">16327.000 5457.000 0,'8.000'-9.000'16,"-8.000"9.000"0,-8.000 9.000-1,-17.000 14.000 17,-8.000 19.000-17,-8.000 56.000 1,-1.000 27.000-1,17.000-32.000 1,9.000-28.000 0,8.000-4.000-1,-1.000-19.000 1,9.000-14.000 0,17.000-14.000-1,-17.000-14.000 1</inkml:trace>
  <inkml:trace contextRef="#ctx0" brushRef="#br0">16782.000 5057.000 0,'41.000'14.000'15,"-24.000"-10.000"1,32.000 20.000 0,26.000-1.000-1,32.000 5.000 1,-8.000 4.000-1,-32.000 1.000 1,-1.000 9.000 0,-33.000 14.000 15,-25.000-5.000-15,-24.000 33.000-1,-42.000 111.000 1,-25.000-14.000-1,-16.000 33.000 1,8.000-32.000 0,8.000-5.000-1,75.000-150.000 1,-1.000-3.000 0,1.000-6.000-1,8.000-13.000 1,0.000-5.000-1</inkml:trace>
  <inkml:trace contextRef="#ctx0" brushRef="#br0">18196.000 5527.000 0,'58.000'-61.000'15,"-50.000"33.000"1,42.000-60.000 0,-42.000 4.000-1,9.000-14.000 1,-42.000 70.000-1,-17.000 5.000 1,-65.000-14.000 0,-17.000 42.000 15,-50.000 37.000-15,34.000 60.000-1,15.000-4.000 1,59.000 36.000-1,50.000-8.000 1,65.000 4.000 0,34.000-9.000-1,16.000-9.000 1,1.000-24.000 0,-26.000-9.000-1,-24.000-9.000 1,-59.000 5.000-1,-32.000 4.000 1,-50.000-28.000 0,-8.000-33.000-1,-9.000-36.000 17,17.000-52.000-17,25.000-9.000 1,74.000-65.000-1,59.000-33.000 1,40.000 14.000 0,42.000 19.000-1,0.000 51.000 1,0.000 28.000 0,-149.000 65.000-1</inkml:trace>
  <inkml:trace contextRef="#ctx0" brushRef="#br0">18775.000 6080.000 0,'0.000'0.000'15,"0.000"0.000"1,16.000 0.000 0,9.000 14.000-1,8.000-5.000 1,-33.000-9.000 0</inkml:trace>
  <inkml:trace contextRef="#ctx0" brushRef="#br0">18775.000 6611.000 0,'-8.000'-14.000'16,"8.000"14.000"-1,0.000 0.000 1,0.000 0.000 0,0.000 4.000-1,-9.000 15.000 1,-24.000 46.000 15,-58.000 75.000-15,-41.000-6.000-1,132.000-134.000 1</inkml:trace>
  <inkml:trace contextRef="#ctx0" brushRef="#br0">2176.000 10607.000 0,'9.000'4.000'15,"-9.000"-4.000"1,8.000-4.000 0,-8.000 8.000 15,17.000-4.000-15,7.000 10.000-1,9.000-1.000 1,-8.000 0.000-1,17.000 0.000 1,-18.000-4.000 0,34.000 4.000-1,0.000-4.000 1,0.000 4.000 0,33.000 10.000-1,-25.000 0.000 1,0.000-5.000-1,-8.000 0.000 1,0.000 4.000 15,-8.000-9.000-15,16.000 10.000 0,0.000-5.000-1,-8.000-5.000 1,0.000 1.000-1,0.000-1.000 1,-9.000-4.000 0,1.000 4.000-1,24.000 0.000 1,1.000-9.000 0,-17.000 0.000-1,8.000 5.000 1,8.000-1.000-1,-7.000-8.000 17,15.000 4.000-17,-7.000-5.000 1,-9.000 5.000 0,0.000-5.000-1,-16.000 1.000 1,-1.000-1.000-1,-16.000 5.000 1,-16.000 0.000 0,-1.000 0.000-1,1.000 5.000 1,-1.000-5.000 0,-7.000 0.000-1,-9.000 0.000 1,8.000-5.000-1,0.000 5.000 1,-8.000 0.000 15,0.000 0.000-15,9.000 0.000 0,-1.000 0.000-1,-8.000 0.000 1</inkml:trace>
  <inkml:trace contextRef="#ctx0" brushRef="#br0">2582.000 12449.000 0,'8.000'0.000'16,"-8.000"0.000"-1,0.000 0.000 1,0.000 0.000-1,0.000 0.000 17,8.000 0.000-17,9.000 0.000 1,24.000-5.000 0,0.000 5.000-1,1.000-5.000 1,16.000 1.000-1,16.000-10.000 1,25.000 0.000 0,-16.000 9.000-1,0.000-4.000 1,-9.000 4.000 0,9.000 5.000-1,8.000 0.000 1,0.000 0.000 15,0.000 5.000-15,-17.000-5.000-1,9.000 9.000 1,16.000 1.000 0,-8.000-1.000-1,-16.000 0.000 1,-9.000 5.000-1,16.000 9.000 1,1.000 5.000 0,16.000-4.000-1,1.000-1.000 1,-9.000-5.000 0,24.000 10.000-1,9.000-14.000 16,-8.000 10.000-15,0.000-15.000 0,8.000 0.000-1,-8.000-4.000 1,8.000-10.000 0,58.000 24.000-1,-17.000-24.000 1,9.000 5.000-1,-9.000-9.000 1,1.000 9.000 0,-17.000-28.000-1,8.000 0.000 1,-25.000-14.000 0,9.000 5.000-1,-1.000 0.000 1,-7.000 4.000 15,-9.000 1.000-15,-17.000 18.000-1,-8.000 4.000 1,-82.000 15.000 0,0.000 4.000-1,7.000-4.000 1,1.000-5.000-1,0.000 5.000 1,0.000-5.000 0,0.000 4.000-1,-9.000-4.000 1,-8.000 0.000 0,9.000 0.000-1,-9.000 0.000 16,0.000 5.000-15,1.000-5.000 0,-1.000 0.000-1,-8.000 0.000 1,8.000 0.000 0,-8.000 0.000-1,9.000 0.000 1,-1.000 0.000-1,0.000 0.000 1,0.000 5.000 0,9.000-5.000-1,8.000 0.000 1,8.000 0.000 0,0.000 0.000-1,-8.000 4.000 1,-1.000-4.000 15,-7.000 0.000-15,0.000 0.000-1,-9.000 0.000 1,0.000 0.000 0,9.000 0.000-1,-1.000 0.000 1,-16.000 0.000-1</inkml:trace>
  <inkml:trace contextRef="#ctx0" brushRef="#br0">5253.000 15654.000 0,'0.000'9.000'0,"0.000"-9.000"16,0.000 0.000-16,0.000 0.000 0,0.000 0.000 15,0.000 5.000-15,0.000 0.000 16,8.000-1.000-1,1.000 1.000 1,15.000 9.000 0,-7.000-9.000-1,16.000-5.000 1,0.000 4.000 0,17.000 1.000-1,-17.000 0.000 1,16.000-1.000-1,9.000-4.000 1,0.000-9.000 15,0.000 9.000-15,0.000-9.000 0,8.000 4.000-1,-16.000 5.000 1,16.000 0.000-1,-8.000 5.000 1,0.000-1.000 0,-9.000-4.000-1,17.000-4.000 1,-16.000 4.000 0,8.000 0.000-1,8.000-10.000 1,9.000 1.000-1,-9.000 4.000 1,-25.000 5.000 15,9.000 0.000-15,-9.000 0.000 0,9.000 0.000-1,8.000 14.000 1,-17.000-4.000-1,9.000 4.000 1,-17.000-5.000 0,-9.000 0.000-1,-7.000-4.000 1,-9.000-1.000 0,0.000 1.000-1,9.000 0.000 1,0.000-10.000-1,7.000-14.000 1,-24.000 19.000 15</inkml:trace>
  <inkml:trace contextRef="#ctx0" brushRef="#br0">10910.000 15077.000 0,'-8.000'-28.000'15,"-1.000"10.000"1,-7.000-24.000-1,-34.000-28.000 17,1.000-9.000-17,-26.000 9.000 1,-32.000 19.000 0,-51.000 28.000-1,-7.000 46.000 1,0.000 23.000-1,16.000 24.000 1,132.000-33.000 0,9.000-4.000-1,24.000 0.000 1,18.000-5.000 0,23.000-1.000-1,76.000 11.000 1,-1.000-1.000-1,9.000-5.000 17,-9.000 6.000-17,-8.000 4.000 1,-107.000-19.000 0,-1.000 19.000-1,-16.000-10.000 1,-25.000 38.000-1,-24.000-5.000 1,-26.000-14.000 0,-32.000-18.000-1,16.000-15.000 1,25.000-18.000 0,16.000-18.000-1,0.000-15.000 1,26.000-27.000-1,24.000-33.000 1,74.000-5.000 15,34.000-4.000-15,57.000 13.000 0,17.000 24.000-1,25.000 5.000 1,-17.000 32.000-1,-190.000 28.000 1</inkml:trace>
  <inkml:trace contextRef="#ctx0" brushRef="#br0">12001.000 14570.000 0,'100.000'-14.000'16,"-67.000"14.000"0,99.000-14.000-1,-24.000 10.000 1,-50.000-1.000-1,-17.000 19.000 1,-41.000-14.000 0</inkml:trace>
  <inkml:trace contextRef="#ctx0" brushRef="#br0">11795.000 15045.000 0,'25.000'-10.000'16,"-9.000"6.000"0,67.000-24.000-1,24.000-9.000 1,59.000-19.000-1,-1.000 0.000 1,-8.000 9.000 0,-8.000-4.000-1,-124.000 47.000 1,0.000-20.000 0,-25.000 24.000-1</inkml:trace>
  <inkml:trace contextRef="#ctx0" brushRef="#br0">11902.000 14510.000 0,'-8.000'97.000'16,"16.000"-4.000"-1,1.000 61.000 1,15.000 41.000 0,18.000 10.000-1,7.000-24.000 16,9.000-41.000-15,-58.000-140.000 0</inkml:trace>
  <inkml:trace contextRef="#ctx0" brushRef="#br0">12357.000 14305.000 0,'-33.000'116.000'16,"25.000"-69.000"0,-25.000 190.000-1,24.000-97.000 16,1.000 115.000-15,0.000-73.000 0,16.000-122.000-1,-8.000-22.000 1,-16.000-15.000 0,16.000-23.000-1</inkml:trace>
  <inkml:trace contextRef="#ctx0" brushRef="#br0">11431.000 14561.000 0,'-8.000'37.000'16,"8.000"-4.000"0,0.000 69.000-1,-9.000 10.000 1,9.000 55.000 0,0.000-4.000-1,17.000-42.000 1,16.000-23.000-1,50.000-10.000 1,16.000-18.000 0,0.000-42.000-1,42.000-5.000 1,-1.000-18.000 0,9.000-5.000-1,0.000-14.000 16,8.000-24.000-15,-25.000 6.000 0,-32.000-5.000-1,-100.000 37.000 1</inkml:trace>
  <inkml:trace contextRef="#ctx0" brushRef="#br0">13143.000 14528.000 0,'-8.000'19.000'15,"-1.000"-10.000"1,18.000 33.000 0,7.000 14.000-1,9.000 4.000 1,41.000-22.000 0,-8.000-20.000-1,16.000-32.000 1,17.000-28.000-1,-8.000-4.000 1,-25.000 13.000 0,-25.000-4.000-1,-33.000 37.000 1</inkml:trace>
  <inkml:trace contextRef="#ctx0" brushRef="#br0">13465.000 14268.000 0,'-16.000'56.000'16,"8.000"-19.000"-1,-1.000 42.000 1,-7.000 88.000 0,-9.000 10.000-1,17.000-102.000 1,-9.000-15.000-1,9.000-23.000 1,-9.000-4.000 0,-8.000-10.000-1,1.000-9.000 1,-9.000 0.000 0,16.000-5.000 15,0.000-4.000-16,1.000 0.000 1,8.000-1.000 0,-1.000 1.000-1,9.000-5.000 1,25.000 0.000 0,58.000-19.000-1,49.000-18.000 1,17.000-19.000-1,8.000 5.000 1,-24.000 5.000 0,-117.000 41.000-1,-16.000 5.000 1</inkml:trace>
  <inkml:trace contextRef="#ctx0" brushRef="#br0">13217.000 15119.000 0,'-25.000'93.000'16,"25.000"-42.000"-1,-16.000 66.000 1,24.000-29.000-1,0.000-46.000 1,-8.000-10.000 0,9.000-4.000-1,-1.000-18.000 1,8.000-6.000 0,34.000-32.000 15,49.000-88.000-16,9.000-14.000 1,-1.000 4.000 0,1.000 28.000-1,-9.000 29.000 1,-82.000 87.000 0,7.000 33.000-1,-15.000 33.000 1,-18.000 19.000-1,-7.000-29.000 1,-9.000-18.000 0,9.000-28.000-1,-9.000-47.000 1,-41.000-55.000 15,66.000 74.000-15,-58.000-112.000-1,33.000 61.000 1,17.000 28.000 0,-9.000 13.000-1,1.000 24.000 1,-9.000 75.000 0,0.000 18.000-1,25.000-42.000 1,-8.000-5.000-1,16.000-23.000 1,0.000-23.000 0,25.000-9.000-1,-33.000-5.000 1</inkml:trace>
  <inkml:trace contextRef="#ctx0" brushRef="#br0">14119.000 14547.000 0,'0.000'84.000'16,"0.000"-10.000"0,-9.000 52.000-1,9.000-75.000 1,9.000 5.000-1,-1.000-19.000 1,17.000-5.000 0,-25.000-32.000-1</inkml:trace>
  <inkml:trace contextRef="#ctx0" brushRef="#br0">14474.000 14040.000 0,'0.000'79.000'16,"0.000"14.000"-1,0.000 107.000 1,-8.000 65.000-1,-9.000 89.000 1,1.000-52.000 0,-17.000 56.000-1,8.000-83.000 1,17.000-224.000 15,8.000-51.000-15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25: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4500.000 9057.000 0,'25.000'-23.000'0,"-25.000"23.000"15,8.000-4.000-15,17.000 8.000 0,8.000 6.000 16,17.000 3.000-16,8.000 6.000 16,16.000 4.000-1,-8.000-4.000 1,9.000-5.000-1,8.000-5.000 1,24.000 14.000 0,1.000-4.000-1,-1.000-5.000 1,1.000-5.000 0,24.000-9.000-1,-16.000 10.000 1,41.000-15.000 15,0.000 0.000-15,-16.000-4.000-1,74.000 0.000 1,-33.000 4.000 0,16.000 0.000-1,-24.000 5.000 1,-1.000 0.000-1,-24.000-4.000 1,8.000 4.000 0,-8.000 4.000-1,-16.000 1.000 1,15.000 0.000 0,-7.000 4.000-1,-9.000-4.000 1,17.000 9.000 15,-16.000-5.000-15,-1.000 0.000-1,-8.000-4.000 1,-8.000 0.000 0,-91.000-1.000-1,-1.000 1.000 1,9.000 0.000-1,1.000-5.000 1,-10.000 0.000 0,1.000 0.000-1,-8.000 0.000 1,-9.000 4.000 0,-8.000-4.000-1</inkml:trace>
  <inkml:trace contextRef="#ctx0" brushRef="#br0">2722.000 10076.000 0,'-16.000'-4.000'16,"16.000"4.000"-1,0.000 0.000 1,0.000 0.000-1,0.000 0.000 1,8.000 0.000 0,-8.000-5.000-1,17.000 10.000 1,16.000 4.000 0,0.000-4.000-1,8.000-5.000 1,25.000 4.000 15,25.000 6.000-15,0.000-1.000-1,0.000-5.000 1,17.000-13.000 0,24.000 5.000-1,0.000-15.000 1,1.000 5.000-1,-1.000-9.000 1,0.000 23.000 0,-8.000-5.000-1,0.000 0.000 1,-8.000 10.000 0,16.000 0.000-1,-7.000-10.000 16,15.000 10.000-15,-24.000-10.000 0,16.000 0.000-1,17.000-4.000 1,-33.000 4.000 0,0.000 5.000-1,8.000-9.000 1,-8.000 9.000-1,-1.000-9.000 1,9.000 9.000 0,17.000-14.000-1,-34.000 9.000 1,18.000-9.000 0,-10.000 14.000-1,9.000 10.000 16,-16.000-6.000-15,-9.000 6.000 0,-8.000 3.000-1,0.000 1.000 1,8.000 10.000 0,-24.000-15.000-1,-1.000 0.000 1,-8.000 10.000-1,-8.000-10.000 1,8.000 5.000 0,-8.000 0.000-1,-8.000-5.000 1,8.000 1.000 15,0.000-1.000-31,-9.000 0.000 31,-7.000 1.000-15,-9.000-6.000 0,25.000 6.000-1,-9.000 4.000 1,-7.000 0.000 0,-1.000-5.000-1,-8.000 0.000 1,-8.000-4.000-1,-9.000-1.000 1,-7.000 1.000 0,-1.000-5.000-1,0.000 5.000 1,0.000-5.000 0,1.000 4.000-1,-9.000-4.000 16,0.000 0.000-15,0.000 0.000 0,8.000 0.000-1,-8.000 0.000 1,0.000 5.000 0,0.000-5.000-1,0.000 0.000 1,8.000 0.000-1,-8.000 0.000 1,17.000 0.000 0,-17.000 0.000-1</inkml:trace>
  <inkml:trace contextRef="#ctx0" brushRef="#br0">1341.000 16403.000 0,'-8.000'-9.000'0,"8.000"9.000"15,8.000 0.000 17,9.000 4.000-17,16.000 1.000 1,16.000 0.000 0,9.000-5.000-1,-8.000 0.000 1,8.000 0.000-1,24.000 9.000 1,1.000-4.000 0,16.000 9.000-1,1.000-5.000 1,7.000-4.000 0,26.000-10.000-1,-34.000 5.000 1,17.000 0.000-1,16.000 9.000 17,-16.000-13.000-17,24.000 17.000 1,9.000 15.000 0,-8.000-9.000-1,8.000-5.000 1,24.000 5.000-1,-16.000-5.000 1,9.000-1.000 0,-9.000-3.000-1,0.000 8.000 1,83.000-4.000 0,-33.000-4.000-1,41.000-1.000 1,-41.000-9.000-1,41.000 0.000 17,-50.000 5.000-17,17.000-5.000 1,-25.000 9.000 0,34.000 0.000-1,-26.000 5.000 1,9.000 0.000-1,-17.000 5.000 1,17.000 4.000 0,-17.000 0.000-1,-8.000 10.000 1,0.000 4.000 0,-25.000 0.000-1,-16.000 0.000 1,-17.000 5.000 15,-25.000-9.000-15,-16.000 4.000-1,-75.000-37.000 1,9.000 14.000 0,16.000-5.000-1,41.000 24.000 1,83.000 13.000-1,-157.000-46.000 1</inkml:trace>
  <inkml:trace contextRef="#ctx0" brushRef="#br0">4856.000 16687.000 0,'0.000'4.000'0,"0.000"-4.000"0,0.000 0.000 16,0.000 5.000-16,0.000 4.000 0,0.000 5.000 15,0.000 0.000 1,0.000 5.000 0,0.000 4.000-1,0.000 19.000 1,0.000 5.000 0,-8.000 13.000-1,-1.000-4.000 1,9.000-19.000-1,-8.000 5.000 1,8.000 0.000 0,-8.000 4.000-1,0.000 5.000 1,-1.000 5.000 0,1.000-5.000 15,8.000-4.000-16,-8.000-14.000 1,0.000-10.000 0,8.000-5.000-1,0.000-8.000 1,0.000-1.000 0,-9.000-4.000-1,9.000 4.000 1,0.000-4.000-1,0.000-1.000 1,0.000 1.000 0,0.000-5.000-1,0.000 5.000 1,0.000-5.000 0,0.000 4.000 15,0.000-4.000-16</inkml:trace>
  <inkml:trace contextRef="#ctx0" brushRef="#br0">1060.000 16650.000 0,'-25.000'0.000'0,"17.000"23.000"0,-50.000 61.000 16,17.000 27.000-16,-9.000 15.000 0,33.000-70.000 16,1.000 13.000-16,8.000 20.000 15,8.000-5.000 17,16.000-19.000-17,-8.000-5.000 1,26.000-9.000-1,-1.000-27.000 1,8.000-20.000 0,17.000-27.000-1,8.000-19.000 1,-8.000 0.000 0,-25.000 10.000-1,0.000-1.000 1,-25.000 19.000-1,1.000 5.000 1,-18.000 0.000 0,1.000-1.000 15,-25.000-8.000-15,-33.000 4.000-1,16.000 9.000 1,-24.000 5.000-1,8.000 19.000 1,-1.000 18.000 0,18.000 0.000-1,49.000-37.000 1</inkml:trace>
  <inkml:trace contextRef="#ctx0" brushRef="#br0">1548.000 16850.000 0,'-33.000'153.000'15,"33.000"-125.000"1,0.000-5.000-1,-8.000 1.000 1,16.000-6.000 0,0.000 1.000 15,9.000-1.000-15,-1.000 6.000-1,9.000-10.000 1,-8.000 4.000-1,7.000 5.000 1,-7.000 24.000 0,-9.000 9.000-1,-16.000 0.000 1,0.000-5.000 0,-1.000-14.000-1,-7.000-23.000 1,16.000-14.000-1</inkml:trace>
  <inkml:trace contextRef="#ctx0" brushRef="#br0">1606.000 17124.000 0,'16.000'-5.000'16,"-16.000"5.000"-1,0.000 0.000 1,9.000 0.000 0,7.000-4.000-1,25.000-6.000 1,1.000 6.000-1,-1.000 8.000 1,-41.000-4.000 15</inkml:trace>
  <inkml:trace contextRef="#ctx0" brushRef="#br0">2077.000 16761.000 0,'-8.000'42.000'16,"8.000"-23.000"-1,0.000 46.000 1,8.000 0.000-1,-8.000-14.000 1,0.000-14.000 15,8.000 10.000-15,1.000-10.000 0,7.000-9.000-1,9.000-5.000 1,8.000 19.000-1,-8.000 5.000 1,0.000 18.000 0,-17.000 14.000-1,-16.000-5.000 1,-17.000-18.000 0,8.000-14.000-1,1.000-5.000 1,-1.000-18.000-1,-7.000-19.000 1,24.000 0.000 15</inkml:trace>
  <inkml:trace contextRef="#ctx0" brushRef="#br0">2176.000 17092.000 0,'9.000'9.000'16,"-9.000"-9.000"0,25.000 4.000-1,16.000-4.000 1,8.000 0.000-1,1.000 5.000 17,33.000 14.000-32,-83.000-19.000 31</inkml:trace>
  <inkml:trace contextRef="#ctx0" brushRef="#br0">2722.000 16850.000 0,'17.000'-10.000'15,"-9.000"15.000"1,9.000 4.000-1,-1.000 10.000 1,1.000 27.000 15,8.000 10.000-15,-25.000-14.000 0,-9.000 19.000-1,-16.000 18.000 1,17.000-33.000-1,0.000-23.000 1,-9.000 1.000 0,17.000-15.000-1,0.000-4.000 1,9.000-5.000 0,-9.000 4.000-1,8.000-4.000 1,17.000 14.000-1,0.000 5.000 1,-1.000 9.000 15,1.000 28.000-15,-17.000 18.000 0,-8.000-27.000-1,-16.000 4.000 1,8.000-14.000-1,-1.000-14.000 1,-7.000 0.000 0,16.000-18.000-1,0.000-10.000 1,0.000 5.000 0</inkml:trace>
  <inkml:trace contextRef="#ctx0" brushRef="#br0">3260.000 16919.000 0,'8.000'-4.000'16,"-8.000"4.000"-1,0.000 0.000 1,0.000 0.000-1,0.000 14.000 1,-16.000 32.000 0,7.000-9.000-1,9.000-4.000 1,-8.000-14.000 0,8.000-5.000-1,8.000 4.000 1,9.000-4.000-1,8.000 5.000 17,-1.000-1.000-17,-7.000-13.000 1,0.000 14.000 0,-1.000 8.000-1,-8.000 15.000 1,1.000 10.000-1,-9.000-6.000 1,-17.000 10.000 0,-8.000-10.000-1,0.000-32.000 1,25.000-14.000 0</inkml:trace>
  <inkml:trace contextRef="#ctx0" brushRef="#br0">3285.000 17012.000 0,'8.000'-14.000'15,"-8.000"14.000"1,0.000-4.000 0,16.000-1.000-1,9.000 1.000 1,17.000-1.000 0,24.000 5.000-1,0.000 23.000 16,-66.000-23.000-15</inkml:trace>
  <inkml:trace contextRef="#ctx0" brushRef="#br0">2416.000 12430.000 0,'17.000'0.000'15,"-17.000"0.000"1,0.000 0.000 0,0.000 0.000-1,0.000 0.000 1,0.000 0.000-1,0.000 0.000 1,0.000 0.000 0,16.000 0.000-1,1.000 0.000 1,24.000 5.000 15,17.000-5.000-15,8.000 4.000-1,-8.000 1.000 1,8.000 0.000 0,-8.000-1.000-1,8.000-4.000 1,9.000 5.000 0,8.000 0.000-1,-9.000 4.000 1,-8.000 0.000-1,-16.000-9.000 1,24.000 10.000 0,-8.000-6.000-1,9.000 10.000 17,-9.000-4.000-17,8.000 13.000 1,-7.000 0.000-1,-10.000-9.000 1,18.000 9.000 0,8.000-9.000-1,8.000 5.000 1,-17.000-5.000 0,0.000-10.000-1,34.000-8.000 1,8.000 13.000-1,-17.000-4.000 1,33.000-1.000 0,9.000 1.000-1,-17.000 4.000 1,8.000 5.000 15,34.000-4.000-15,-34.000-1.000-1,33.000-4.000 1,1.000-5.000 0,7.000 0.000-1,9.000-5.000 1,-16.000-9.000 0,16.000 0.000-1,-33.000 14.000 1,-1.000-5.000-1,76.000 10.000 1,-42.000-5.000 0,16.000 5.000 15,-32.000-1.000-15,-9.000 6.000-1,-17.000-1.000 1,-7.000 10.000-1,-1.000-5.000 1,-16.000 4.000 0,8.000 1.000-1,-17.000-1.000 1,1.000 1.000 0,-9.000 0.000-1,-74.000-19.000 1,8.000 14.000-1,-8.000-14.000 1,-9.000 4.000 0,-16.000-4.000-1,9.000 0.000 17,-9.000 5.000-17,0.000-5.000 1,24.000 0.000-1,26.000-28.000 1,-50.000 28.000 0</inkml:trace>
  <inkml:trace contextRef="#ctx0" brushRef="#br0">21487.000 12686.000 0,'17.000'5.000'16,"-17.000"-5.000"0,0.000 0.000-1,0.000 0.000 1,17.000 0.000-1,7.000 4.000 1,9.000-8.000 0,42.000-1.000-1,16.000-4.000 1,-8.000-1.000 0,8.000-4.000-1,-9.000 5.000 1,26.000 0.000-1,-26.000-5.000 1,9.000 5.000 15,-16.000 9.000-15,16.000-5.000 0,0.000-4.000-1,0.000 9.000 1,-17.000-5.000-1,1.000 5.000 1,-9.000 0.000 0,-8.000-9.000-1,0.000 4.000 1,8.000-9.000 0,-17.000 5.000-1,1.000 4.000 1,0.000 0.000-1,-1.000 1.000 17,-7.000-5.000-17,-1.000-1.000 1,0.000 10.000 0,-16.000-4.000-1,-8.000-1.000 1,16.000 0.000-1,-25.000 1.000 1,0.000 4.000 0,1.000 0.000-1,-9.000-5.000 1,8.000 5.000 0,-8.000 0.000-1,8.000 0.000 1,-8.000 0.000-1,0.000 0.000 17,8.000 0.000-17,-8.000 0.000 1,0.000 5.000 0,0.000-5.000-1,9.000 0.000 1,-1.000 4.000-1,0.000 10.000 1,17.000 0.000 0,0.000 0.000-1,0.000 0.000 1,8.000 9.000 0,0.000 1.000-1,-8.000-6.000 1,8.000 5.000-1,0.000-9.000 1,0.000 5.000 15,-8.000-14.000-15,8.000 9.000 0,8.000 9.000-1,-8.000-14.000 1,-8.000 1.000-1,-9.000-6.000 1,1.000 5.000 0,-9.000-9.000-1,1.000 5.000 1,-1.000 0.000 0,0.000-1.000-1,-8.000-4.000 1,8.000 5.000-1,-8.000-5.000 1,0.000 0.000 15,9.000 0.000-15,-9.000 5.000 0,0.000-5.000-1,0.000 0.000 1,8.000 0.000-1,-8.000 0.000 1,0.000 0.000 0,0.000 0.000-1,0.000 0.000 1,8.000 0.000 0,-8.000 0.000-1,0.000 4.000 1,0.000-4.000-1,0.000 0.000 17,0.000 0.000-17,0.000 0.000 1,0.000 0.000 0,0.000 0.000-1,0.000 0.000 1,0.000 0.000-1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30: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1994.000 9253.000 0,'17.000'5.000'0,"-17.000"-1.000"0,8.000 1.000 0,9.000 9.000 16,32.000 14.000-16,59.000 18.000 0,33.000 10.000 16,41.000 0.000-1,33.000-5.000 1,41.000-9.000 0,25.000-19.000-1,33.000-18.000 16,17.000-15.000-15,33.000 1.000 0,0.000-28.000-1,33.000-5.000 1,16.000-14.000 0,34.000-4.000-1,0.000 9.000 1,16.000 9.000-1,-8.000 14.000 1,0.000 14.000 0,-17.000 19.000-1,-25.000 9.000 1,-24.000 18.000 0,-50.000 5.000-1,-16.000 14.000 16,-50.000 1.000-15,-17.000-6.000 0,-24.000-9.000-1,-232.000-37.000 1</inkml:trace>
  <inkml:trace contextRef="#ctx0" brushRef="#br0">13622.000 11332.000 0,'25.000'-4.000'0,"8.000"4.000"31,50.000 0.000-16,99.000-19.000 1,41.000 0.000 0,75.000-18.000-1,25.000 0.000 1,40.000 0.000 0,18.000 0.000-1,32.000 9.000 1,9.000 14.000-1,-8.000-5.000 1,16.000 10.000 0,0.000-1.000-1,0.000 6.000 1,0.000 13.000 15,-17.000 0.000-15,-16.000 1.000-1,-16.000-1.000 1,-17.000 14.000 0,-9.000-9.000-1,-16.000 14.000 1,-41.000-14.000 0,-8.000 5.000-1,-42.000-1.000 1,-33.000 15.000-1,-215.000-33.000 1</inkml:trace>
  <inkml:trace contextRef="#ctx0" brushRef="#br0">14110.000 12881.000 0,'158.000'-9.000'15,"-34.000"23.000"1,190.000-5.000 0,-8.000 19.000-1,116.000-4.000 1,-9.000 8.000 15,59.000-13.000-15,-26.000-1.000-1,17.000-8.000 1,0.000-10.000 0,-41.000 4.000-1,-8.000 10.000 1,-9.000 14.000 0,-33.000 14.000-1,9.000 32.000 1,-18.000 43.000-1,-363.000-117.000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31: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21223.000 13081.000 0,'0.000'0.000'0</inkml:trace>
  <inkml:trace contextRef="#ctx0" brushRef="#br0">22587.000 11570.000 0,'25.000'23.000'15,"8.000"9.000"-15,-33.000-32.000 32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31: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7064.000 3987.000 0,'0.000'9.000'0,"0.000"-9.000"15,0.000 0.000 16,0.000 0.000-15,0.000 0.000 0,0.000 0.000-1,17.000 0.000 1,-1.000 9.000 0,9.000 1.000-1,8.000-6.000 1,25.000 10.000-1,16.000 5.000 1,-7.000-10.000 0,7.000 10.000-1,0.000-10.000 1,-16.000 5.000 0,0.000-14.000 15,-8.000 0.000-16,16.000-9.000 1,-16.000-10.000 0,-1.000 5.000-1,-7.000-14.000 1,-9.000 0.000 0,-17.000-9.000-1,9.000-23.000 1,-25.000-10.000-1,-8.000-9.000 1,-34.000-5.000 0,1.000 19.000-1,-17.000 0.000 1,-24.000-5.000 0,-1.000 10.000-1,-16.000 13.000 16,8.000 10.000-15,24.000 32.000 0,1.000 5.000-1,0.000 19.000 1,16.000 4.000 0,9.000 24.000-1,16.000 27.000 1,17.000 38.000-1,8.000-24.000 1,17.000-4.000 0,24.000 13.000-1,33.000-8.000 1,-74.000-89.000 15</inkml:trace>
  <inkml:trace contextRef="#ctx0" brushRef="#br0">1490.000 8992.000 0,'-17.000'10.000'16,"26.000"-15.000"15,16.000-14.000-15,49.000-46.000-1,67.000-18.000 1,32.000-48.000-1,34.000-18.000 1,0.000 5.000 0,0.000 19.000-1,8.000 27.000 1,-9.000 23.000 0,1.000 15.000-1,-25.000 18.000 1,0.000 5.000-1,-25.000 9.000 1,-8.000 5.000 15,-33.000-1.000-15,-17.000-3.000 0,-91.000 27.000-1,-8.000-5.000 1,9.000 0.000-1,-9.000 5.000 1,0.000 0.000 0</inkml:trace>
  <inkml:trace contextRef="#ctx0" brushRef="#br0">3574.000 7573.000 0,'8.000'-9.000'16,"-8.000"14.000"0,17.000 4.000-1,16.000 10.000 1,17.000-5.000-1,16.000 4.000 1,50.000 6.000 0,-25.000-10.000-1,8.000 4.000 1,-17.000-4.000 0,1.000 5.000-1,0.000 4.000 1,-42.000 0.000-1,-24.000-9.000 1,-17.000 5.000 15,-42.000 65.000-15,-65.000 13.000 0,-34.000 10.000-1,-8.000-23.000 1,-8.000-10.000-1,17.000-4.000 1,-1.000 9.000 0,141.000-79.000-1</inkml:trace>
  <inkml:trace contextRef="#ctx0" brushRef="#br0">9314.000 8769.000 0,'0.000'5.000'16,"0.000"-5.000"0,0.000 0.000-1,0.000 0.000 1,8.000 0.000 0,33.000 0.000-1,59.000-10.000 1,24.000 6.000-1,91.000-10.000 1,24.000 9.000 0,34.000-4.000-1,0.000 4.000 1,-8.000 5.000 0,-9.000 0.000 15,-24.000 5.000-16,-1.000-5.000 1,-32.000 4.000 0,8.000-4.000-1,-25.000 0.000 1,-25.000-4.000 0,-17.000 8.000-1,-123.000 1.000 1,8.000 0.000-1,0.000 9.000 1,-25.000-14.000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32: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12068.000 7736.000 0,'-17.000'-9.000'0,"17.000"9.000"0,-8.000 0.000 16,8.000 0.000-16,0.000-5.000 0,16.000 5.000 16,17.000-4.000-16,17.000 4.000 15,16.000 0.000 1,42.000 0.000 15,-9.000 0.000-15,25.000 0.000-1,75.000 4.000 1,-9.000-8.000 0,25.000 4.000-1,-33.000 0.000 1,8.000 14.000 0,-25.000 4.000-1,-8.000 15.000 1,-16.000-5.000-1,-9.000 9.000 1,-16.000-4.000 0,-8.000-6.000-1,-17.000-8.000 17,8.000-5.000-17,-16.000-9.000 1,8.000-1.000-1,-17.000-4.000 1,0.000-4.000 0,1.000 18.000-1,-1.000 4.000 1,-74.000-18.000 0</inkml:trace>
  <inkml:trace contextRef="#ctx0" brushRef="#br0">13738.000 11370.000 0,'-116.000'65.000'15,"25.000"37.000"1,-124.000 61.000-1,17.000 14.000 1,-42.000 60.000 0,17.000-19.000-1,-9.000 48.000 1,50.000-57.000 0,9.000 10.000-1,32.000-19.000 1,17.000-24.000-1,25.000-27.000 1,24.000-23.000 0,17.000-19.000 15,67.000-107.000-15,-9.000 0.000-1,8.000 0.000 1,0.000-14.000-1,-8.000 14.000 1</inkml:trace>
  <inkml:trace contextRef="#ctx0" brushRef="#br0">11654.000 12835.000 0,'-41.000'51.000'16,"33.000"-32.000"-1,-9.000 4.000 1,0.000 61.000-1,-16.000 37.000 1,0.000-5.000 0,0.000-18.000-1,17.000-10.000 1,-1.000-28.000 0,9.000-22.000-1,0.000-6.000 1,16.000-18.000-1,0.000-14.000 1,17.000 0.000 0,33.000-4.000 15,16.000-20.000-15,67.000-22.000-1,8.000-47.000 1,49.000-51.000-1,1.000 4.000 1,16.000-9.000 0,-215.000 149.000-1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34: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3169.000 9271.000 0,'-8.000'-4.000'0,"8.000"4.000"0,0.000 0.000 15,8.000 4.000-15,17.000-4.000 0,33.000 0.000 0,16.000 5.000 16,50.000-5.000 0,-8.000 0.000-1,24.000-5.000 17,9.000 1.000-17,8.000-1.000 1,17.000-9.000-1,-17.000 10.000 1,-8.000-1.000 0,25.000 5.000-1,-1.000 0.000 1,84.000 5.000 0,-34.000-1.000-1,34.000 10.000 1,-42.000-14.000-1,24.000 19.000 1,-40.000-5.000 0,8.000 4.000 15,-34.000 1.000-15,1.000 0.000-1,-17.000-1.000 1,17.000 1.000-1,-1.000-5.000 1,9.000 4.000 0,9.000-8.000-1,-9.000-1.000 1,0.000-4.000 0,33.000-1.000-1,-25.000-4.000 1,17.000 5.000-1,-26.000-10.000 1,26.000 5.000 0,-25.000-14.000 15,17.000 5.000-15,-17.000 0.000-1,0.000 4.000 1,-9.000 0.000-1,1.000 5.000 1,-9.000-4.000 0,17.000 4.000-1,8.000-5.000 1,1.000 10.000 0,15.000-15.000-1,-15.000 10.000 1,7.000 0.000-1,-8.000-18.000 1,-16.000 4.000 15,16.000-9.000-15,-24.000-1.000 0,16.000 6.000-1,-17.000 4.000 1,-8.000 9.000-1,9.000 10.000 1,-18.000-5.000 0,1.000 9.000-1,0.000 0.000 1,0.000 10.000 0,-17.000-5.000-1,9.000 5.000 1,-9.000 4.000-1,-8.000-14.000 1,9.000 5.000 15,-9.000-5.000-15,0.000-4.000 0,0.000 0.000-1,0.000-5.000 1,0.000 9.000-1,0.000-9.000 1,8.000 9.000 0,1.000 1.000-1,-1.000-1.000 1,8.000 0.000 0,1.000 5.000-1,16.000 0.000 1,0.000 5.000-1,0.000-5.000 1,1.000-5.000 15,7.000 0.000-15,0.000-9.000 0,17.000 0.000-1,-16.000 5.000 1,16.000-10.000-1,-17.000 5.000 1,1.000-9.000 0,-1.000 9.000-1,-16.000-9.000 1,0.000 9.000 0,-9.000 0.000-1,-7.000-10.000 1,-92.000 6.000-1,33.000 8.000 17,17.000-8.000-17,0.000 4.000 1,-25.000 4.000 0,25.000-13.000-1,-8.000 14.000 1,0.000-1.000-1,-25.000-4.000 1,8.000-4.000 0,-8.000 8.000-1,-25.000-4.000 1,0.000 0.000 0,-8.000 0.000-1,0.000 0.000 1,-9.000 5.000-1,1.000-5.000 1,-9.000 0.000 15,0.000 5.000-15,0.000-5.000 0,-8.000 0.000-1,0.000 0.000 1,9.000 0.000-1,65.000 60.000 1,-74.000-60.000 0</inkml:trace>
  <inkml:trace contextRef="#ctx0" brushRef="#br0">9140.000 15356.000 0,'8.000'-9.000'16,"-8.000"9.000"0,9.000 9.000-1,15.000 1.000 1,34.000 4.000 0,17.000 4.000 15,32.000 1.000-16,17.000-5.000 1,66.000 23.000 0,-8.000-9.000-1,17.000 9.000 1,-9.000-14.000 0,-16.000-4.000-1,8.000-5.000 1,-25.000 0.000-1,0.000-9.000 1,-16.000-10.000 0,-9.000 5.000-1,-16.000-5.000 1,-17.000 5.000 15,0.000 0.000-15,-8.000 0.000-1,8.000 5.000 1,-99.000-5.000 0</inkml:trace>
  <inkml:trace contextRef="#ctx0" brushRef="#br0">16856.000 15575.000 0,'8.000'0.000'15,"-8.000"0.000"1,42.000 0.000 15,57.000 9.000-15,33.000-4.000-1,67.000 0.000 1,16.000 4.000 0,33.000-9.000-1,-8.000 5.000 1,24.000-1.000 0,18.000 5.000-1,-26.000-4.000 1,25.000 0.000-1,-8.000-5.000 1,17.000 0.000 0,-1.000-5.000-1,0.000 5.000 17,-24.000-5.000-17,25.000 5.000 1,-51.000 0.000-1,10.000 5.000 1,-43.000-10.000 0,-7.000 5.000-1,-42.000 5.000 1,-25.000-5.000 0,-124.000 5.000-1,9.000-5.000 1,16.000 4.000-1,0.000 6.000 1,-33.000-10.000 0</inkml:trace>
  <inkml:trace contextRef="#ctx0" brushRef="#br0">3789.000 17152.000 0,'0.000'5.000'16,"8.000"-5.000"-1,17.000 4.000 1,50.000 10.000 0,24.000-4.000-1,17.000-1.000 1,82.000 9.000-1,1.000 1.000 1,49.000 4.000 0,8.000 1.000 15,1.000-15.000-15,15.000 9.000-1,-15.000-13.000 1,-1.000 0.000-1,-16.000-5.000 1,8.000-10.000 0,9.000-3.000-1,-26.000 3.000 1,25.000-8.000 0,-41.000 4.000-1,25.000 9.000 1,-33.000 0.000-1,16.000-4.000 1,-24.000 4.000 0,32.000 1.000 15,-32.000-1.000-15,16.000 5.000-1,-33.000 0.000 1,33.000 5.000-1,-33.000-10.000 1,8.000 10.000 0,-16.000-5.000-1,-17.000 4.000 1,-8.000-4.000 0,-9.000 5.000-1,9.000 0.000 1,58.000-15.000-1,-207.000 10.000 17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35: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5137.000 17040.000 0,'0.000'-14.000'16,"0.000"14.000"-1,8.000 0.000 1,17.000 0.000-1,25.000 0.000 1,24.000-9.000 0,17.000-5.000-1,17.000 0.000 1,8.000 0.000 0,24.000-4.000-1,9.000-10.000 1,0.000 4.000-1,0.000-3.000 17,8.000-1.000-17,-8.000 9.000 1,0.000 5.000 0,-9.000 9.000-1,17.000 1.000 1,-8.000 8.000-1,0.000-8.000 1,0.000 13.000 0,-25.000-4.000-1,17.000 4.000 1,-1.000 10.000 0,9.000-5.000-1,-8.000 4.000 1,-9.000-4.000 15,-8.000 0.000-15,8.000 0.000-1,1.000 0.000 1,-18.000 0.000 0,34.000 0.000-1,-16.000 5.000 1,-1.000-6.000-1,9.000 11.000 1,-1.000-15.000 0,9.000 5.000-1,-8.000 5.000 1,-9.000-5.000 0,-8.000 9.000-1,25.000-9.000 16,-25.000 0.000-15,-17.000-10.000 0,-7.000 6.000-1,24.000-6.000 1,-17.000-4.000 0,-16.000 10.000-1,0.000 4.000 1,-16.000-10.000-1,16.000-4.000 1,-9.000 0.000 0,-16.000 0.000-1,1.000 5.000 1,-9.000-5.000 0,-1.000 0.000-1,1.000 0.000 16,17.000 9.000-15,-9.000-9.000 0,0.000 0.000-1,-8.000 0.000 1,8.000 0.000 0,0.000 0.000-1,0.000 0.000 1,1.000 0.000-1,-1.000 0.000 1,0.000 0.000 0,-8.000 0.000-1,8.000 0.000 1,0.000 5.000 0,0.000-10.000-1,-8.000 10.000 16,-8.000-10.000-15,-1.000 10.000 0,1.000-5.000-1,-9.000 4.000 1,-8.000-4.000 0,1.000 0.000-1,-1.000 0.000 1,8.000 0.000-1,-8.000 0.000 1,0.000 0.000 0,0.000 0.000-1,0.000 0.000 1,0.000 0.000 0,9.000 0.000-1,-1.000 0.000 16,0.000-4.000-15,1.000 4.000 0,24.000-5.000-1,0.000 1.000 1,17.000-1.000 0,-9.000 0.000-1,1.000 1.000 1,24.000-1.000-1,8.000-4.000 1,-16.000 4.000 0,9.000 0.000-1,24.000-9.000 1,-17.000 14.000 0,9.000-4.000-1,16.000-6.000 16,17.000 6.000-15,-16.000-15.000 0,-9.000 10.000-1,0.000 4.000 1,0.000 1.000 0,-17.000 4.000-1,17.000-10.000 1,0.000 20.000-1,0.000-15.000 1,-16.000 5.000 0,16.000 5.000-1,-8.000 4.000 1,-17.000-18.000 0,0.000 4.000-1,17.000 5.000 16,-17.000-5.000-15,-8.000 10.000 0,0.000-5.000-1,-8.000-5.000 1,16.000 1.000 0,-8.000 4.000-1,-8.000 0.000 1,8.000-5.000-1,0.000 5.000 1,0.000-5.000 0,-9.000-4.000-1,-7.000 4.000 1,-17.000 5.000 0,16.000-4.000 15,1.000 4.000-16,-1.000 0.000 1,-8.000-10.000 0,0.000 10.000-1,-8.000 0.000 1,17.000 5.000 0,7.000 0.000-1,-15.000-5.000 1,7.000 0.000-1,-8.000 4.000 1,-8.000-4.000 0,8.000 5.000-1,-8.000-5.000 1,0.000 5.000 0,8.000 4.000 15,-16.000-9.000-16,-1.000 0.000 1,-7.000-5.000 0,-1.000 1.000-1,0.000-1.000 1,1.000 0.000 0,-17.000 5.000-1,16.000 0.000 1,-8.000 5.000-1,0.000-5.000 1,0.000 0.000 0,0.000 0.000-1,0.000-5.000 1,9.000 5.000 0,-9.000 0.000 15,0.000 0.000-16,0.000 0.000 1,8.000 0.000 0,1.000 0.000-1,-1.000 0.000 1,9.000 0.000 0,-1.000 0.000-1,9.000 0.000 1,-8.000-4.000-1,-9.000 4.000 1,0.000 0.000 0,1.000 0.000-1,-1.000 0.000 1,1.000-5.000 15,-1.000 10.000-15,-8.000-5.000-1,8.000 0.000 1,-16.000 0.000 0,16.000-5.000-1,-24.000 0.000 1,0.000 10.000 0,-9.000-5.000-1,8.000-5.000 1,-7.000 5.000-1,-1.000 5.000 1,-8.000-5.000 0,8.000-5.000-1,0.000 5.000 1,-8.000 0.000 0,0.000 0.000 15,9.000 0.000-16,-9.000 0.000 1,8.000 0.000 0,-8.000 0.000-1,8.000 5.000 1,-8.000-5.000 0,0.000 0.000-1,0.000 0.000 1,9.000 0.000-1,-9.000 0.000 1,0.000 0.000 0,0.000 0.000-1,0.000 0.000 1,0.000 0.000 15,0.000 0.000-15,8.000 0.000-1,-8.000 0.000 1,0.000 0.000 0,0.000 0.000-1,0.000 0.000 1,0.000 0.000 0,0.000 0.000-1,0.000 0.000 1,0.000 0.000-1,8.000 0.000 1,-8.000 0.000 0,0.000 0.000-1,0.000 0.000 1,0.000 0.000 15,0.000 0.000-15,0.000 0.000-1,0.000 0.000 1,0.000 0.000 0,0.000 0.000-1,0.000 0.000 1,0.000 0.000 0,0.000 0.000-1,0.000 0.000 1,0.000 0.000-1,0.000 0.000 1,0.000 0.000 0,0.000 0.000-1,0.000 0.000 17,0.000 0.000-17,0.000 0.000 1,0.000 0.000-1,0.000 0.000 1,0.000 0.000 0,0.000 0.000-1,0.000 0.000 1,0.000 0.000 0,0.000 0.000-1,0.000 0.000 1,0.000 0.000-1,0.000 0.000 1,0.000 0.000 0,0.000 0.000-1,0.000 0.000 17,0.000 0.000-17,0.000 0.000 1,0.000 0.000-1,0.000 0.000 1,0.000 0.000 0,0.000 0.000-1,0.000 0.000 1,0.000 0.000 0,0.000 0.000-1,8.000 0.000 1,-8.000 0.000-1,0.000 0.000 1,0.000 0.000 0,0.000 0.000-1,0.000 0.000 17,0.000 0.000-17,0.000 0.000 1,0.000 0.000-1,0.000 0.000 1,0.000 0.000 0,0.000 0.000-1,0.000 0.000 1,0.000 0.000 0,0.000 0.000-1,0.000 0.000 1,0.000 0.000-1,0.000 0.000 1,9.000 0.000 0,-9.000 0.000-1,0.000 0.000 17,0.000 0.000-17,0.000-5.000 1,0.000 5.000-1,0.000 0.000 1,0.000 0.000 0,0.000 0.000-1,0.000 0.000 1,0.000 0.000 0,0.000 0.000-1,0.000 0.000 1,0.000 0.000-1,0.000 0.000 1,0.000 0.000 0,0.000 0.000-1,0.000 0.000 17,0.000 0.000-17,0.000 0.000 1,0.000 0.000-1,0.000 0.000 1,0.000 0.000 0,0.000 0.000-1,0.000 0.000 1,0.000 0.000 0,0.000 0.000-1,0.000 0.000 1,0.000 0.000-1,0.000 0.000 1,0.000 0.000 0,0.000 0.000 15,0.000 0.000-15,0.000 0.000-1,0.000 0.000 1,0.000 0.000-1,0.000 0.000 1,0.000 0.000 0,0.000 0.000-1,8.000 0.000 1,-8.000 0.000 0,0.000 0.000-1,0.000 0.000 1,0.000 0.000-1,0.000 0.000 1,0.000 0.000 0,0.000 0.000 15,0.000 0.000-15,0.000 0.000-1,0.000 0.000 1,0.000 0.000-1,0.000 0.000 1,0.000 0.000 0,0.000 0.000-1,0.000 0.000 1,0.000 0.000 0,0.000 0.000-1,0.000 0.000 1,0.000 0.000-1,0.000 0.000 1,8.000 0.000 0,-8.000 0.000 15,0.000 0.000-15,0.000 0.000-1,0.000 0.000 1,0.000 0.000-1,0.000 0.000 1,0.000 0.000 0,0.000 0.000-1,0.000 0.000 1,0.000 0.000 0,0.000 0.000-1,0.000 0.000 1,0.000 0.000-1,0.000 0.000 1,0.000 0.000 15,0.000 0.000-15,0.000 0.000 0,0.000 0.000-1,0.000 0.000 1,0.000 0.000-1,0.000 0.000 1,0.000 0.000 0,0.000 0.000-1,0.000 0.000 1,0.000 0.000 0,0.000 0.000-1,0.000 0.000 1,0.000 0.000-1,0.000 0.000 1,0.000-4.000 15,0.000 4.000-15,0.000 0.000 0,0.000 0.000-1,0.000 0.000 1,8.000 0.000-1,-8.000 0.000 1,0.000 0.000 0,0.000 0.000-1,0.000 0.000 1,0.000 0.000 0,0.000 0.000-1,0.000 0.000 1,0.000 0.000-1,0.000 0.000 1,0.000 0.000 15,0.000 0.000-15,0.000 0.000 0,0.000 0.000-1,0.000 0.000 1,-8.000-5.000-1,8.000 5.000 1,0.000 0.000 0,0.000 0.000-1,0.000 0.000 1,0.000 0.000 0,0.000 0.000-1,0.000 0.000 1,0.000 0.000-1,0.000 0.000 1,0.000 0.000 15,0.000 0.000-15,0.000 0.000 0,0.000 0.000-1,0.000 0.000 1,0.000 0.000-1,0.000 0.000 1,0.000 0.000 0,0.000 0.000-1,0.000 0.000 1,0.000 0.000 0,0.000 0.000-1,0.000 0.000 1,0.000 0.000-1,0.000 0.000 1,0.000 0.000 15,0.000 0.000-15,0.000 0.000 0,0.000 0.000-1,0.000 0.000 1,0.000 0.000-1,0.000 0.000 1,0.000 0.000 0,0.000 0.000-1,0.000 0.000 1,0.000 0.000 0,0.000 0.000-1,0.000 0.000 1,0.000 0.000-1,0.000 0.000 1,0.000 0.000 15,0.000 0.000-15,0.000 0.000 0,0.000 0.000-1,0.000 0.000 1,0.000 0.000-1,0.000 0.000 1,0.000 0.000 0,0.000 0.000-1,0.000 0.000 1,0.000 0.000 0,0.000 0.000-1,0.000 0.000 1,0.000 0.000-1,0.000 0.000 17,0.000 0.000-17,0.000 0.000 1,0.000 0.000 0,0.000 0.000-1,0.000 0.000 1,0.000 0.000-1,0.000 0.000 1,0.000 0.000 0,0.000 0.000-1,0.000 0.000 1,0.000 0.000 0,0.000 0.000-1,0.000 0.000 1,0.000 0.000-1,0.000 0.000 17,0.000 0.000-17,0.000 0.000 1,0.000 0.000 0,0.000 0.000-1,0.000 0.000 1,0.000 0.000-1,0.000 0.000 1,0.000 0.000 0,0.000 0.000-1,0.000 0.000 1,0.000 0.000 0,0.000 0.000-1,0.000 0.000 1,0.000 0.000-1,0.000 0.000 17,0.000 0.000-17,0.000 0.000 1,0.000 0.000 0,0.000 0.000-1,0.000 0.000 1,0.000 0.000-1,0.000 0.000 1,0.000 0.000 0,0.000 0.000-1,0.000 0.000 1,0.000 0.000 0,0.000 0.000-1,0.000 0.000 1,0.000 0.000-1,0.000 0.000 17,0.000 0.000-17,0.000 0.000 1,0.000 0.000 0,0.000 0.000-1,0.000 0.000 1,0.000 0.000-1,0.000 0.000 1,0.000 0.000 0,0.000 0.000-1,0.000 0.000 1,0.000 0.000 0,0.000 0.000-1,0.000 0.000 1,0.000 0.000 15,0.000 0.000-15,0.000 5.000-1,0.000-5.000 1,0.000 0.000 0,0.000 0.000-1,0.000 0.000 1,0.000 0.000-1,0.000 0.000 1,0.000 0.000 0,0.000 0.000-1,0.000 0.000 1,0.000 0.000 0,0.000 0.000-1,0.000 0.000 1,0.000 0.000 15,0.000 0.000-15,0.000 0.000-1,0.000 0.000 1,0.000 0.000 0,0.000 0.000-1,0.000 0.000 1,0.000 0.000-1,0.000 0.000 1,0.000 0.000 0,0.000 0.000-1,0.000 0.000 1,0.000 0.000 0,0.000 0.000-1,0.000 0.000 1,0.000 0.000 15,0.000 0.000-15,0.000 0.000-1,0.000 0.000 1,0.000 0.000 0,0.000 0.000-1,0.000 0.000 1,0.000 0.000-1,0.000 0.000 1,0.000 0.000 0,0.000 0.000-1,0.000 0.000 1,0.000 0.000 0,0.000 0.000-1,0.000 0.000 16,0.000 0.000-15,0.000 0.000 0,0.000 0.000-1,0.000 0.000 1,0.000 0.000 0,0.000 0.000-1,0.000 0.000 1,0.000 0.000-1,0.000 0.000 1,0.000 0.000 0,0.000 0.000-1,0.000 0.000 1,0.000 0.000 0,0.000 0.000-1,0.000 0.000 16,0.000 0.000-15,0.000 0.000 0,0.000 0.000-1,0.000 0.000 1,0.000 0.000 0,0.000 0.000-1,0.000 0.000 1,0.000 0.000-1,0.000 0.000 1,0.000 0.000 0,0.000 0.000-1,0.000 0.000 1,0.000 0.000 0,0.000 0.000-1,0.000 0.000 1,0.000 0.000 15,0.000 0.000-15,0.000 0.000-1,0.000 0.000 1,0.000 0.000 0,0.000 0.000-1,0.000 0.000 1,0.000 0.000-1,0.000 0.000 1,0.000 0.000 0,0.000 0.000-1,0.000 0.000 1,0.000 0.000 0,0.000 0.000-1,0.000 0.000 16,0.000 0.000-15,0.000 0.000 0,0.000 0.000-1,0.000 0.000 1,0.000 0.000 0,0.000 0.000-1,0.000 0.000 1,0.000 0.000-1,0.000 0.000 1,0.000 0.000 0,0.000 0.000-1,0.000 0.000 1,0.000 0.000 0,0.000 0.000-1,0.000 0.000 16,0.000 0.000-15,0.000 0.000 0,0.000 0.000-1,0.000 0.000 1,-8.000 0.000 0,8.000 0.000-1,0.000 0.000 1,0.000 0.000-1,0.000 0.000 1,0.000 0.000 0,0.000 0.000-1,0.000 0.000 1,0.000 0.000 0,0.000 0.000 15,0.000 0.000-16,0.000 0.000 1,0.000 0.000 0,0.000 0.000-1,0.000 0.000 1,0.000 0.000 0,0.000 0.000-1,0.000 0.000 1,0.000 0.000-1,0.000 0.000 1,0.000 0.000 0,0.000 0.000-1,0.000 0.000 1,0.000 0.000 0,0.000 0.000 15,0.000 0.000-16,0.000 0.000 1,0.000 0.000 0,0.000 0.000-1,0.000 0.000 1,0.000 0.000 0,0.000 0.000-1,0.000 0.000 1,0.000 0.000-1,0.000 0.000 1,0.000 0.000 0,0.000 0.000-1,0.000 0.000 1,0.000 0.000 0,0.000 0.000 15,0.000 0.000-16,0.000 0.000 1,0.000 0.000 0,0.000 0.000-1,0.000 0.000 1,0.000 0.000 0,0.000 0.000-1,0.000 0.000 1,0.000 0.000-1,0.000 0.000 1,0.000 0.000 0,0.000 0.000-1,0.000 0.000 1,0.000 0.000 0,0.000 0.000 15,0.000 0.000-16,0.000 0.000 1,0.000 0.000 0,0.000 0.000-1,0.000 0.000 1,0.000 0.000 0,0.000 0.000-1,0.000 0.000 1,0.000 0.000-1,0.000 0.000 1,0.000 0.000 0,0.000 0.000-1,0.000 0.000 1,0.000 0.000 15,0.000 0.000-15,0.000 0.000-1,0.000 0.000 1,0.000 0.000 0,0.000 0.000-1,0.000 0.000 1,0.000 0.000 0,0.000 0.000-1,0.000 0.000 1,0.000 0.000-1,0.000 0.000 1,0.000 0.000 0,0.000 0.000-1,0.000 0.000 1,0.000 0.000 15,0.000 0.000-15,0.000 0.000-1,0.000 0.000 1,0.000 0.000 0,0.000 0.000-1,0.000 0.000 1,0.000 0.000 0,0.000 0.000-1,0.000 0.000 1,0.000 0.000-1,0.000 0.000 1,0.000 0.000 0,0.000 0.000-1,0.000 0.000 1,0.000 0.000 15,0.000 0.000-15,0.000 0.000-1,0.000 0.000 1,0.000 0.000 0,0.000 0.000-1,0.000 0.000 1,0.000 0.000 0,0.000 0.000-1,0.000 0.000 1,0.000 0.000-1,0.000 0.000 1,0.000 0.000 0,0.000 0.000-1,0.000 0.000 1,0.000 0.000 15,0.000 0.000-15,0.000 0.000-1,0.000 0.000 1,0.000 0.000 0,0.000 0.000-1,0.000 0.000 1,0.000 0.000 0,0.000 0.000-1,0.000 0.000 1,0.000 0.000-1,0.000 0.000 1,0.000 0.000 0,0.000 0.000-1,0.000 0.000 17,0.000 0.000-17,0.000 0.000 1,0.000 0.000-1,0.000 0.000 1,0.000 0.000 0,0.000 0.000-1,0.000 0.000 1,0.000 0.000 0,0.000 0.000-1,0.000 0.000 1,0.000 0.000-1,0.000 0.000 1,0.000 0.000 0,0.000 0.000 15,0.000 0.000-15,0.000 0.000-1,0.000 0.000 1,0.000 0.000-1,0.000 0.000 1,0.000 0.000 0,0.000 0.000-1,0.000 0.000 1,0.000 0.000 0,0.000 0.000-1,0.000 0.000 1,0.000 0.000-1,0.000 0.000 1,0.000 0.000 0,0.000 0.000-1,0.000 0.000 1,0.000 0.000 15,0.000 0.000-15,0.000 0.000-1,0.000 0.000 1,0.000 0.000 0,0.000 0.000-1,0.000 0.000 1,0.000 0.000 0,0.000 0.000-1,0.000 0.000 1,0.000 0.000-1,0.000 0.000 1,0.000 0.000 0,0.000 0.000-1,0.000 0.000 17,0.000 0.000-17,0.000 0.000 1,0.000 0.000-1,0.000 0.000 1,0.000 0.000 0,0.000 0.000-1,0.000 0.000 1,0.000 0.000 0,0.000 0.000-1,0.000 0.000 1,0.000 0.000-1,0.000 0.000 1,0.000 0.000 0,0.000 0.000-1,0.000 0.000 17,0.000 0.000-17,0.000 0.000 1,0.000 0.000-1,0.000 0.000 1,0.000 0.000 0,0.000 0.000-1,0.000 0.000 1,0.000 0.000 0,0.000 0.000-1,0.000 0.000 1,0.000 0.000-1,0.000 0.000 1,0.000 0.000 0,0.000 0.000 15,0.000 0.000-15,0.000 0.000-1,0.000 0.000 1,0.000 0.000-1,0.000 0.000 1,0.000 0.000 0,0.000 0.000-1,0.000 0.000 1,0.000 0.000 0,0.000 0.000-1,0.000 0.000 1,0.000 0.000-1,0.000 0.000 1,0.000 0.000 0,0.000 0.000 15,0.000 0.000-15,0.000 0.000-1,0.000 0.000 1,0.000 0.000-1,0.000 0.000 1,0.000 0.000 0,0.000 0.000-1,0.000 0.000 1,0.000 0.000 0,0.000 0.000-1,0.000 0.000 1,0.000 0.000-1,0.000 0.000 1,0.000 0.000 0,0.000 0.000 15,0.000 0.000-15,-8.000 0.000-1,8.000 0.000 1,0.000 0.000-1,0.000 0.000 1,0.000 0.000 0,0.000 0.000-1,0.000 0.000 1,0.000 0.000 0,0.000 0.000-1,0.000 0.000 1,0.000 0.000-1,0.000 0.000 1,0.000 0.000 15,0.000 0.000-15,0.000 0.000 0,0.000 0.000-1,0.000 0.000 1,0.000 0.000-1,0.000 0.000 1,0.000 0.000 0,0.000 0.000-1,0.000 0.000 1,0.000 0.000 0,0.000 0.000-1,0.000 0.000 1,0.000 0.000-1,0.000 0.000 1,0.000 0.000 15,0.000 0.000-15,0.000 0.000 0,0.000 0.000-1,0.000 0.000 1,0.000 0.000-1,0.000 0.000 1,0.000 0.000 0,0.000 0.000-1,0.000 0.000 1,0.000 0.000 0,0.000 0.000-1,0.000 0.000 1,0.000 0.000-1,0.000 0.000 1,0.000 0.000 15,0.000 0.000-15,0.000 0.000 0,0.000 0.000-1,0.000 0.000 1,0.000 0.000-1,0.000 0.000 1,0.000 0.000 0,0.000 0.000-1,0.000 0.000 1,0.000 0.000 0,0.000 0.000-1,0.000 0.000 1,0.000 0.000-1,0.000 0.000 1,0.000 0.000 15,0.000 0.000-15,0.000 0.000 0,0.000 0.000-1,0.000 0.000 1,0.000 0.000-1,0.000 0.000 1,0.000 0.000 0,0.000 0.000-1,0.000 0.000 1,0.000 0.000 0,0.000 0.000-1,0.000 0.000 1,0.000 0.000-1,0.000 0.000 1,0.000 0.000 15,0.000 0.000-15,0.000 0.000 0,0.000 0.000-1,0.000 0.000 1,0.000 0.000-1,0.000 0.000 1,0.000 0.000 0,0.000 0.000-1,0.000 0.000 1,0.000 0.000 0,0.000 0.000-1,0.000 0.000 1,0.000 0.000-1,0.000 0.000 17,0.000 0.000-17,0.000 0.000 1,0.000 0.000 0,0.000 0.000-1,0.000 0.000 1,0.000 0.000-1,0.000 0.000 1,0.000 0.000 0,0.000 0.000-1,0.000 0.000 1,0.000 0.000 0,0.000 0.000-1,0.000 0.000 1,0.000 0.000-1,0.000 0.000 17,0.000 0.000-17,0.000 0.000 1,0.000 0.000 0,0.000 0.000-1,0.000 0.000 1,0.000 0.000-1,0.000 0.000 1,0.000 0.000 0,0.000 0.000-1,0.000 0.000 1,0.000 0.000 0,0.000 0.000-1,0.000 0.000 1,0.000 0.000-1,0.000 0.000 17,0.000 0.000-17,0.000 0.000 1,0.000 0.000 0,0.000 0.000-1,0.000 0.000 1,0.000 0.000-1,0.000 0.000 1,0.000 0.000 0,0.000 0.000-1,0.000 0.000 1,0.000 0.000 0,0.000 0.000-1,0.000 0.000 1,0.000 0.000-1,0.000 0.000 17,0.000 0.000-17,0.000 0.000 1,0.000-5.000 0,0.000 5.000-1,0.000 0.000 1,0.000 0.000-1,0.000 0.000 1,0.000 0.000 0,0.000 0.000-1,0.000 0.000 1,0.000 0.000 0,0.000 0.000-1,0.000 0.000 1,0.000 0.000-1,0.000 0.000 17,0.000 0.000-17,0.000 0.000 1,0.000 0.000 0,0.000 0.000-1,0.000 0.000 1,0.000 0.000-1,0.000 0.000 1,0.000 0.000 0,0.000 0.000-1,0.000 0.000 1,0.000 0.000 0,0.000 0.000-1,0.000 0.000 1,0.000 0.000 15,0.000 0.000-15,0.000 0.000-1,0.000 0.000 1,0.000 0.000 0,0.000 0.000-1,0.000 0.000 1,0.000 0.000-1,0.000 0.000 1,0.000 0.000 0,0.000 0.000-1,0.000 0.000 1,0.000 0.000 0,0.000 0.000-1,0.000 0.000 1,0.000 0.000 15,0.000 0.000-15,0.000 0.000-1,0.000 0.000 1,0.000 0.000 0,0.000 0.000-1,0.000 0.000 1,0.000 0.000-1,0.000 0.000 1,0.000 0.000 0,0.000 0.000-1,0.000 0.000 1,0.000 0.000 0,0.000 0.000-1,0.000 0.000 1,0.000 0.000 15,0.000 0.000-15,0.000 0.000-1,0.000 0.000 1,0.000 0.000 0,0.000 0.000-1,0.000 0.000 1,0.000 0.000-1,0.000 0.000 1,0.000 0.000 0,0.000 0.000-1,0.000 0.000 1,0.000 0.000 0,0.000 0.000-1,0.000 0.000 16,0.000 0.000-15,0.000 0.000 0,0.000 0.000-1,0.000 0.000 1,-9.000 0.000 0,9.000 0.000-1,0.000 0.000 1,0.000 0.000-1,0.000-5.000 1,9.000-32.000 0,-9.000 37.000-1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37: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1746.000 10779.000 0,'-16.000'-5.000'0,"16.000"5.000"0,16.000-5.000 0,9.000 1.000 15,33.000-6.000-15,17.000 6.000 0,40.000-1.000 16,18.000 5.000-1,24.000 0.000 1,83.000-4.000 15,8.000-10.000-15,33.000 0.000 0,0.000-10.000-1,-8.000 6.000 1,16.000-15.000-1,1.000 1.000 1,-1.000 4.000 0,17.000 4.000-1,25.000 10.000 1,-8.000 1.000 0,8.000 3.000-1,-9.000 10.000 1,34.000-4.000-1,-9.000-1.000 17,17.000-14.000-17,-17.000 5.000 1,1.000-4.000 0,-9.000 8.000-1,16.000 1.000 1,-7.000 9.000-1,7.000 14.000 1,-24.000 9.000 0,8.000 10.000-1,-25.000-10.000 1,-8.000 10.000 0,-8.000-10.000-1,16.000 10.000 1,-8.000-6.000-1,17.000 1.000 17,-42.000-4.000-17,25.000-1.000 1,-25.000-9.000 0,9.000 0.000-1,8.000 0.000 1,8.000-14.000-1,-17.000 0.000 1,17.000 4.000 0,-8.000-8.000-1,-9.000 4.000 1,1.000-5.000 0,-1.000 5.000-1,9.000 9.000 1,-9.000-9.000-1,26.000 5.000 17,-1.000 4.000-17,-25.000-9.000 1,9.000 5.000 0,0.000-10.000-1,0.000 10.000 1,-17.000-5.000-1,16.000 0.000 1,1.000 0.000 0,0.000 5.000-1,-9.000-10.000 1,-7.000 5.000 0,-26.000 0.000-1,-8.000-5.000 1,-41.000 10.000-1,-25.000-5.000 17,-17.000 0.000-17,-24.000 0.000 1,-17.000-9.000 0,0.000 4.000-1,-8.000-4.000 1,-1.000-5.000-1,-7.000 0.000 1,8.000 5.000 0,-83.000 9.000-1,0.000 4.000 1,16.000 1.000 0,-15.000 0.000-1,-10.000-1.000 1,-7.000 1.000-1,-1.000-5.000 17,-7.000 0.000-17,-1.000 4.000 1,0.000 1.000 0,34.000 9.000-1,-42.000-14.000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37: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9132.000 9067.000 0,'8.000'4.000'16,"0.000"1.000"-1,9.000 9.000 1,24.000 9.000 0,50.000 15.000-1,33.000-15.000 1,66.000 23.000 0,34.000-18.000-1,40.000 9.000 1,9.000-13.000-1,25.000-1.000 1,8.000-14.000 0,-8.000-9.000-1,8.000-9.000 17,16.000-5.000-17,-7.000-5.000 1,-26.000 10.000-1,0.000 0.000 1,-32.000 4.000 0,-1.000 10.000-1,-41.000 9.000 1,-8.000 0.000 0,-33.000-5.000-1,-9.000 10.000 1,-16.000-15.000-1,-149.000-4.000 1</inkml:trace>
  <inkml:trace contextRef="#ctx0" brushRef="#br0">16600.000 9290.000 0,'41.000'0.000'16,"9.000"-5.000"-1,74.000 1.000 1,91.000-6.000 0,49.000 1.000-1,26.000-9.000 1,32.000 8.000-1,1.000 1.000 1,-25.000 9.000 0,-1.000 0.000 15,-32.000 14.000-15,-17.000-9.000-1,-41.000 4.000 1,-9.000-9.000-1,-49.000 0.000 1,-16.000 0.000 0,-133.000 0.000-1</inkml:trace>
  <inkml:trace contextRef="#ctx0" brushRef="#br0">3442.000 10695.000 0,'0.000'-5.000'16,"0.000"5.000"-1,16.000 0.000 1,34.000 5.000 15,57.000-5.000-15,67.000-9.000 0,49.000-15.000-1,26.000-3.000 1,15.000-1.000-1,17.000 18.000 1,9.000 10.000 0,-9.000 10.000-1,-8.000-1.000 1,-17.000 0.000 0,-8.000 5.000-1,-24.000-9.000 1,-9.000 4.000-1,-8.000 10.000 1,-1.000 4.000 15,-7.000 10.000-15,-199.000-33.000 0</inkml:trace>
  <inkml:trace contextRef="#ctx0" brushRef="#br0">9893.000 10825.000 0,'24.000'-9.000'16,"1.000"4.000"0,17.000 5.000-1,40.000-4.000 1,75.000 8.000-1,25.000-4.000 1,75.000 5.000 0,49.000-10.000-1,41.000 5.000 1,9.000 0.000 0,32.000 5.000-1,34.000-10.000 1,74.000 19.000-1,-16.000-9.000 17,49.000 9.000-17,9.000 9.000 1,33.000 19.000 0,-9.000 18.000-1,9.000 6.000 1,-34.000 3.000-1,9.000 1.000 1,-33.000-9.000 0,16.000-1.000-1,25.000-9.000 1,-16.000-23.000 0,32.000 9.000-1,-570.000-37.000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39: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2052.000 2866.000 0,'0.000'-33.000'0,"0.000"33.000"0,17.000 9.000 16,16.000 29.000-16,33.000 83.000 0,42.000 55.000 15,7.000 66.000 1,-15.000 5.000 0,-1.000 32.000-1,-16.000-5.000 1,-1.000 24.000-1,-15.000-37.000 1,-10.000-15.000 0,-7.000-50.000-1,-50.000-192.000 1,0.000-4.000 0,8.000-18.000-1,-8.000 18.000 1</inkml:trace>
  <inkml:trace contextRef="#ctx0" brushRef="#br0">2871.000 3224.000 0,'-107.000'167.000'16,"49.000"-27.000"-1,-66.000 120.000 1,24.000 29.000 0,-24.000 4.000-1,33.000-33.000 1,0.000-32.000-1,83.000-218.000 1,8.000-10.000 15</inkml:trace>
  <inkml:trace contextRef="#ctx0" brushRef="#br0">1813.000 4071.000 0,'16.000'4.000'16,"9.000"1.000"0,41.000-14.000-1,108.000-5.000 1,32.000-5.000-1,76.000-4.000 1,-26.000 4.000 15,34.000 19.000-15,-42.000 19.000 0,-17.000-5.000-1,-231.000-14.000 1</inkml:trace>
  <inkml:trace contextRef="#ctx0" brushRef="#br0">3839.000 2842.000 0,'16.000'10.000'0,"-16.000"13.000"31,17.000 47.000-15,32.000 79.000 0,9.000 37.000-1,17.000 28.000 1,7.000 23.000-1,1.000 14.000 1,0.000 0.000 0,0.000-23.000-1,-26.000-32.000 1,-48.000-182.000 0,-1.000-19.000-1,-8.000 5.000 1</inkml:trace>
  <inkml:trace contextRef="#ctx0" brushRef="#br0">4476.000 3126.000 0,'-67.000'89.000'15,"26.000"-6.000"1,-66.000 150.000 0,24.000 4.000-1,-33.000 79.000 1,33.000-69.000 0,1.000 14.000-1,32.000-66.000 1,58.000-190.000-1,-8.000-5.000 17</inkml:trace>
  <inkml:trace contextRef="#ctx0" brushRef="#br0">3649.000 3945.000 0,'57.000'-23.000'15,"1.000"-1.000"1,116.000-31.000 0,41.000 41.000-1,58.000 23.000 1,25.000 56.000-1,-298.000-65.000 17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41: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12258.000 12067.000 0,'8.000'14.000'0,"-8.000"-14.000"0,8.000 0.000 0,25.000 5.000 15,17.000 0.000-15,33.000-5.000 0,16.000 0.000 16,17.000-5.000-1,33.000-4.000 1,-9.000 4.000 0,26.000 5.000-1,7.000-5.000 17,67.000-4.000-17,-8.000 14.000 1,-9.000-1.000-1,-16.000 6.000 1,-17.000 8.000 0,-8.000 15.000-1,-25.000-1.000 1,0.000 6.000 0,-16.000-1.000-1,-9.000 0.000 1,-8.000-9.000-1,9.000-5.000 1,-9.000 5.000 0,41.000 5.000-1,-165.000-33.000 17</inkml:trace>
  <inkml:trace contextRef="#ctx0" brushRef="#br0">9727.000 10318.000 0,'0.000'5.000'15,"0.000"-5.000"1,0.000 0.000 0,0.000 0.000-1,8.000 0.000 1,9.000 0.000-1,16.000 4.000 17,25.000-4.000-17,16.000 5.000 1,9.000-5.000 0,16.000 0.000-1,17.000 0.000 1,-8.000 0.000-1,7.000 0.000 1,43.000-5.000 0,-26.000 10.000-1,8.000 4.000 1,18.000-4.000 0,-1.000 18.000-1,-8.000 5.000 1,-1.000-14.000-1,1.000 9.000 17,-16.000 1.000-17,16.000-10.000 1,-17.000 9.000 0,0.000 0.000-1,9.000-9.000 1,-1.000 9.000-1,-16.000 1.000 1,9.000-6.000 0,-17.000-4.000-1,-9.000 5.000 1,9.000-19.000 0,8.000 14.000-1,-8.000-14.000 1,8.000 9.000-1,16.000 0.000 17,-16.000 1.000-17,0.000 8.000 1,9.000 1.000 0,-9.000-5.000-1,-8.000-14.000 1,24.000 9.000-1,-24.000-9.000 1,-9.000 0.000 0,-16.000 5.000-1,-24.000-5.000 1,-10.000 9.000 0,-15.000-9.000-1,-9.000 0.000 1,-8.000 0.000 15,8.000 5.000-15,-33.000-5.000-1</inkml:trace>
  <inkml:trace contextRef="#ctx0" brushRef="#br0">17749.000 9699.000 0,'-8.000'-79.000'16,"16.000"24.000"0,25.000-99.000-1,25.000-51.000 1,50.000-23.000 0,-17.000 28.000-1,-58.000 163.000 16,-17.000 23.000-15,1.000 14.000 0,-9.000 19.000-1,0.000 69.000 1,-8.000 38.000 0,0.000 65.000-1,0.000 27.000 1,0.000-13.000-1,9.000-19.000 1,7.000-28.000 0,9.000-32.000-1,-8.000-126.000 1,16.000-24.000 0,25.000-45.000-1,-58.000 69.000 16</inkml:trace>
  <inkml:trace contextRef="#ctx0" brushRef="#br0">17956.000 7708.000 0,'-16.000'5.000'16,"16.000"-5.000"0,16.000 23.000-1,34.000 66.000 1,32.000 32.000 0,42.000 28.000-1,-124.000-149.000 16</inkml:trace>
  <inkml:trace contextRef="#ctx0" brushRef="#br0">18932.000 8839.000 0,'50.000'-5.000'16,"-26.000"5.000"-1,26.000 0.000 1,0.000 9.000 0,-26.000-9.000-1,-24.000 0.000 16</inkml:trace>
  <inkml:trace contextRef="#ctx0" brushRef="#br0">18783.000 9392.000 0,'25.000'-4.000'16,"-9.000"4.000"0,34.000-5.000-1,66.000 10.000 1,41.000-19.000 0,33.000-14.000-1,-190.000 28.000 16</inkml:trace>
  <inkml:trace contextRef="#ctx0" brushRef="#br0">19842.000 8671.000 0,'-17.000'33.000'16,"1.000"18.000"-1,-26.000 103.000 1,17.000 55.000 0,9.000 79.000-1,8.000 71.000 1,8.000-359.000 0</inkml:trace>
  <inkml:trace contextRef="#ctx0" brushRef="#br0">19511.000 11970.000 0,'0.000'-19.000'15,"0.000"14.000"1,16.000-74.000 0,67.000-88.000-1,16.000-38.000 1,25.000-27.000-1,-24.000 31.000 1,-59.000 169.000 0,-8.000 18.000-1,-16.000 19.000 17,16.000 60.000-17,-17.000 37.000 1,1.000 61.000-1,8.000 23.000 1,-1.000-9.000 0,26.000 79.000-1,0.000-56.000 1,8.000-10.000 0,-34.000-185.000-1,-24.000-5.000 1</inkml:trace>
  <inkml:trace contextRef="#ctx0" brushRef="#br0">20032.000 10309.000 0,'-8.000'5.000'16,"8.000"-5.000"-1,24.000 46.000 1,51.000 38.000 0,49.000 27.000-1,-124.000-111.000 1</inkml:trace>
  <inkml:trace contextRef="#ctx0" brushRef="#br0">21099.000 11216.000 0,'16.000'-14.000'16,"-7.000"9.000"-1,40.000 10.000 1,34.000 4.000 0,-9.000 15.000-1,-74.000-24.000 1</inkml:trace>
  <inkml:trace contextRef="#ctx0" brushRef="#br0">21016.000 11700.000 0,'25.000'-5.000'16,"-9.000"5.000"-1,67.000-23.000 1,58.000-10.000 0,24.000-13.000-1,25.000 4.000 1,-16.000 0.000 0,-174.000 42.000-1</inkml:trace>
  <inkml:trace contextRef="#ctx0" brushRef="#br0">22389.000 10788.000 0,'50.000'-9.000'15,"-34.000"13.000"1,75.000 15.000-1,-8.000 9.000 1,24.000 23.000 0,-32.000 23.000-1,-9.000 24.000 1,-107.000 56.000 0,-92.000 60.000-1,-24.000-5.000 1,16.000-32.000-1,108.000-159.000 1,33.000-8.000 0,9.000-6.000-1,106.000 1.000 17,117.000-19.000-17,66.000 23.000 1,-298.000-9.000-1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44: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1217.000 10700.000 0,'-66.000'-47.000'0,"58.000"42.000"16,-9.000-4.000-16,9.000 5.000 0,8.000-1.000 16,0.000 5.000-16,16.000-5.000 15,51.000 19.000 1,48.000-5.000 0,67.000 1.000-1,33.000 4.000 1,42.000-24.000-1,7.000 6.000 1,42.000 8.000 0,-8.000-4.000 15,0.000 10.000-15,0.000-1.000-1,-34.000 5.000 1,9.000 19.000-1,-41.000-1.000 1,-1.000 1.000 0,-16.000 4.000-1,-16.000-5.000 1,-34.000-4.000 0,-16.000-4.000-1,-149.000-24.000 1,0.000 0.000-1,0.000 0.000 17</inkml:trace>
  <inkml:trace contextRef="#ctx0" brushRef="#br0">1068.000 7383.000 0,'8.000'-10.000'16,"-8.000"10.000"0,42.000 10.000-1,24.000-1.000 1,99.000 5.000-1,50.000 0.000 1,75.000 14.000 0,32.000-10.000 15,67.000 10.000-15,8.000-4.000-1,58.000 4.000 1,-8.000-1.000-1,41.000 1.000 1,-1.000-4.000 0,34.000-1.000-1,-16.000-9.000 1,8.000 4.000 0,-1.000 10.000-1,-512.000-28.000 1</inkml:trace>
  <inkml:trace contextRef="#ctx0" brushRef="#br0">952.000 4461.000 0,'17.000'0.000'15,"16.000"0.000"1,41.000 5.000 0,92.000 4.000-1,41.000 10.000 1,115.000 13.000 0,50.000 29.000-1,67.000-1.000 1,16.000 1.000-1,49.000-10.000 17,67.000-28.000-17,41.000-9.000 1,58.000-32.000 0,-9.000-6.000-1,34.000-8.000 1,8.000-1.000-1,0.000 10.000 1,49.000 23.000 0,-752.000 0.000-1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45: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20371.000 2954.000 0,'41.000'0.000'16,"-8.000"0.000"-16,42.000 23.000 0,16.000 19.000 15,33.000 47.000-15,0.000 22.000 0,-8.000 33.000 16,-34.000 47.000 0,-32.000 14.000-1,-50.000 60.000 1,-66.000 5.000-1,-50.000 60.000 1,-33.000-60.000 15,-8.000 60.000-15,25.000-93.000 0,41.000 15.000-1,49.000-62.000 1,92.000-31.000-1,66.000-66.000 1,74.000-38.000 0,-25.000-36.000-1,-7.000 0.000 1,-51.000-10.000 0,-49.000 19.000-1,-149.000 56.000 1,-91.000 27.000-1,-107.000 57.000 1,-9.000 60.000 15,25.000-33.000-15,17.000 66.000 0,57.000-52.000-1,67.000 79.000 1,74.000-55.000-1,66.000 37.000 1,42.000-42.000 0,33.000 28.000-1,7.000-19.000 1,1.000 37.000 0,0.000-36.000-1,-8.000 27.000 1,8.000-23.000-1,17.000-38.000 17,-9.000-18.000-32,8.000-23.000 31,-24.000-14.000-15,-25.000-23.000-1,-58.000 9.000 1,-108.000 37.000-1,-32.000-37.000 1,-117.000 13.000 0,-15.000-8.000-1,-34.000 4.000 1,8.000-37.000 0,17.000-18.000-1,41.000-24.000 1,25.000-28.000-1,207.000-42.000 17,-9.000-4.000-17,9.000 0.000 1,-1.000-1.000 0,9.000 6.000-1,17.000-6.000 1,-17.000 10.000-1</inkml:trace>
  <inkml:trace contextRef="#ctx0" brushRef="#br0">22265.000 6755.000 0,'-124.000'121.000'15,"16.000"-33.000"1,-107.000 107.000-1,25.000 15.000 1,-8.000 4.000 0,49.000-14.000-1,33.000-5.000 1,83.000-32.000 0,116.000-47.000-1,98.000-60.000 1,109.000-33.000 15,24.000-9.000-15,-8.000-14.000-1,-33.000 0.000 1,-33.000 0.000 0,-25.000-4.000-1,-50.000-6.000 1,-32.000-8.000-1,-26.000-15.000 1,-107.000 33.000 0</inkml:trace>
  <inkml:trace contextRef="#ctx0" brushRef="#br0">22513.000 7494.000 0,'-50.000'126.000'16,"26.000"32.000"0,-76.000 191.000-1,1.000 60.000 1,-8.000 94.000-1,24.000-10.000 1,41.000 75.000 0,42.000-568.000-1</inkml:trace>
  <inkml:trace contextRef="#ctx0" brushRef="#br0">22439.000 14021.000 0,'-42.000'28.000'15,"-41.000"84.000"1,-82.000 83.000 0,-33.000 121.000-1,-9.000 43.000 1,-16.000 36.000 0,8.000 24.000-1,16.000 27.000 1,17.000 6.000-1,182.000-452.000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45: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20685.000 3977.000 0,'-74.000'89.000'16,"-1.000"23.000"-1,-65.000 106.000 1,-50.000 66.000 15,-1.000 74.000-15,18.000 10.000 0,32.000 8.000-1,141.000-376.000 1</inkml:trace>
  <inkml:trace contextRef="#ctx0" brushRef="#br0">20098.000 10862.000 0,'-74.000'149.000'15,"24.000"-23.000"1,-82.000 218.000 15,-1.000 0.000-15,-7.000 70.000 0,32.000-23.000-1,108.000-391.000 1</inkml:trace>
  <inkml:trace contextRef="#ctx0" brushRef="#br0">688.000 5550.000 0,'0.000'-5.000'15,"0.000"5.000"1,8.000 0.000 0,25.000-4.000-1,50.000-6.000 1,57.000 1.000-1,92.000-14.000 1,16.000-10.000 0,33.000-9.000-1,-16.000 5.000 1,8.000-9.000 0,-8.000 27.000-1,7.000 5.000 1,-23.000 14.000 15,-10.000-5.000-15,-24.000 19.000-1,-24.000-9.000 1,-9.000 14.000 0,-25.000-1.000-1,-25.000 1.000 1,-24.000-15.000-1,-17.000 1.000 1,-91.000-10.000 0,0.000 5.000-1,8.000 5.000 1,-8.000-5.000 0</inkml:trace>
  <inkml:trace contextRef="#ctx0" brushRef="#br0">3913.000 4950.000 0,'0.000'0.000'15,"0.000"0.000"1,8.000 14.000-1,26.000 4.000 1,23.000 6.000 0,10.000 13.000-1,7.000 14.000 1,9.000-5.000 0,-9.000 10.000-1,-8.000-9.000 1,-24.000-10.000 15,-18.000-14.000-15,-15.000-9.000-1,-18.000 0.000 1,-32.000 23.000 0,-25.000 5.000-1,-66.000 19.000 1,-1.000-10.000-1,1.000 0.000 1,99.000-42.000 0,8.000 1.000-1,17.000-6.000 1,8.000-4.000 0,41.000-4.000-1,-41.000 4.000 16</inkml:trace>
  <inkml:trace contextRef="#ctx0" brushRef="#br0">11530.000 4071.000 0,'-41.000'-52.000'16,"41.000"48.000"-1,16.000-24.000 1,42.000-61.000 0,50.000-46.000-1,7.000 10.000 1,43.000 9.000 15,-10.000 32.000-15,18.000 28.000-1,-1.000 47.000 1,-16.000 18.000 0,-17.000 42.000-1,-41.000 38.000 1,-24.000 36.000 0,-51.000 15.000-1,-49.000 9.000 1,-25.000 4.000-1,-49.000 5.000 1,-1.000-27.000 0,67.000-104.000-1,8.000-8.000 1,8.000-5.000 15,8.000-5.000-15,17.000-9.000-1</inkml:trace>
  <inkml:trace contextRef="#ctx0" brushRef="#br0">12630.000 5038.000 0,'8.000'5.000'15,"-8.000"-5.000"1,0.000 9.000 0,33.000 14.000-1,-33.000-23.000 1</inkml:trace>
  <inkml:trace contextRef="#ctx0" brushRef="#br0">15376.000 8769.000 0,'-83.000'14.000'0,"-33.000"23.000"16,-132.000 52.000 15,-33.000 27.000-16,-42.000 10.000 1,9.000 13.000 0,16.000 1.000-1,34.000-10.000 1,40.000-9.000 0,34.000-14.000-1,33.000-14.000 1,50.000-9.000-1,24.000-19.000 1,91.000-61.000 0,9.000-4.000-1,-17.000 0.000 1</inkml:trace>
  <inkml:trace contextRef="#ctx0" brushRef="#br0">13292.000 9034.000 0,'-33.000'23.000'15,"-9.000"33.000"1,-82.000 84.000-1,-50.000 83.000 1,-32.000 28.000 0,-1.000 19.000-1,42.000-60.000 1,140.000-192.000 15,16.000-4.000-15,9.000-5.000-1,9.000-9.000 1,107.000-32.000 0,99.000-29.000-1,16.000 1.000 1,34.000 4.000 0,16.000 28.000-1,42.000 37.000 1,-323.000-9.000-1</inkml:trace>
  <inkml:trace contextRef="#ctx0" brushRef="#br0">20751.000 11602.000 0,'9.000'-5.000'16,"-9.000"5.000"0,0.000 0.000-1,0.000 5.000 1,49.000 9.000-1,51.000 9.000 1,24.000 1.000 0,33.000 13.000-1,-25.000-14.000 1,-16.000 0.000 0,8.000-4.000-1,-17.000 0.000 1,-32.000-15.000-1,-75.000-4.000 17</inkml:trace>
  <inkml:trace contextRef="#ctx0" brushRef="#br0">21496.000 11253.000 0,'0.000'-4.000'15,"0.000"4.000"1,-17.000 27.000 0,-24.000 43.000-1,-50.000 102.000 1,8.000 5.000-1,-33.000 88.000 17,17.000-51.000-17,8.000 5.000 1,17.000-52.000 0,41.000-32.000-1,57.000-116.000 1,-24.000-19.000-1</inkml:trace>
  <inkml:trace contextRef="#ctx0" brushRef="#br0">22720.000 10830.000 0,'8.000'9.000'15,"-8.000"-4.000"1,-33.000 130.000 0,-50.000 102.000-1,-33.000 107.000 1,-24.000 94.000-1,-9.000 45.000 1,33.000-8.000 0,116.000-475.000-1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147480000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5-12-23T03:46: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20702.000 3950.000 0,'-8.000'23.000'16,"-26.000"23.000"-1,-81.000 164.000 1,-109.000 153.000-1,-82.000 167.000 1,-41.000 93.000 15,8.000 163.000-15,124.000 126.000 0,215.000-912.000-1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1"/>
            <a:ext cx="685799" cy="832914"/>
          </a:xfrm>
          <a:prstGeom prst="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2141804" y="0"/>
            <a:ext cx="7002197" cy="832915"/>
          </a:xfrm>
          <a:prstGeom prst="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6412984"/>
            <a:ext cx="7797800" cy="445016"/>
          </a:xfrm>
          <a:prstGeom prst="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7899400" y="6412984"/>
            <a:ext cx="1244600" cy="445016"/>
          </a:xfrm>
          <a:prstGeom prst="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961814" y="248140"/>
            <a:ext cx="646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3600" b="1" dirty="0">
              <a:solidFill>
                <a:srgbClr val="3962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3140958" y="248140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8317084" y="6486554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9C45B0D-623B-4473-964A-C207A9C99705}" type="slidenum">
              <a:rPr lang="zh-CN" altLang="en-US" sz="18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141804" y="6486554"/>
            <a:ext cx="4987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华中科技大学人工智能与自动化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学院平台课</a:t>
            </a:r>
            <a:r>
              <a:rPr lang="en-US" altLang="zh-CN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—C</a:t>
            </a:r>
            <a:r>
              <a:rPr lang="zh-CN" altLang="en-US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endParaRPr lang="zh-CN" altLang="en-US" sz="14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608083" y="1145628"/>
            <a:ext cx="3142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FEDE0-A8EA-4A33-82B7-8029BE38CE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31900-5832-4703-932C-AA4849E568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customXml" Target="../ink/ink5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customXml" Target="../ink/ink6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customXml" Target="../ink/ink7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customXml" Target="../ink/ink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customXml" Target="../ink/ink9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customXml" Target="../ink/ink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customXml" Target="../ink/ink11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4.png"/><Relationship Id="rId2" Type="http://schemas.openxmlformats.org/officeDocument/2006/relationships/customXml" Target="../ink/ink12.xml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0.png"/><Relationship Id="rId2" Type="http://schemas.openxmlformats.org/officeDocument/2006/relationships/customXml" Target="../ink/ink13.xml"/><Relationship Id="rId1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1" Type="http://schemas.openxmlformats.org/officeDocument/2006/relationships/customXml" Target="../ink/ink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customXml" Target="../ink/ink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1" Type="http://schemas.openxmlformats.org/officeDocument/2006/relationships/customXml" Target="../ink/ink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0.png"/><Relationship Id="rId1" Type="http://schemas.openxmlformats.org/officeDocument/2006/relationships/customXml" Target="../ink/ink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44" y="1462131"/>
            <a:ext cx="3308791" cy="333229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934635" y="2352230"/>
            <a:ext cx="382989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rgbClr val="39626F"/>
                </a:solidFill>
                <a:latin typeface="Segoe UI" panose="020B0502040204020203" pitchFamily="34" charset="0"/>
                <a:ea typeface="微软雅黑" panose="020B0503020204020204" pitchFamily="34" charset="-122"/>
                <a:cs typeface="Segoe UI" panose="020B0502040204020203" pitchFamily="34" charset="0"/>
              </a:rPr>
              <a:t>复 习 课</a:t>
            </a:r>
            <a:endParaRPr lang="zh-CN" altLang="en-US" sz="8000" b="1" dirty="0">
              <a:solidFill>
                <a:srgbClr val="3962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337300"/>
            <a:ext cx="9144000" cy="520700"/>
          </a:xfrm>
          <a:prstGeom prst="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0" y="6488377"/>
            <a:ext cx="9144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华中科技大学人工智能与自动化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学院平台课</a:t>
            </a:r>
            <a:r>
              <a:rPr lang="en-US" altLang="zh-CN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—C</a:t>
            </a:r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endParaRPr lang="zh-CN" altLang="en-US" sz="1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0788" y="10630"/>
            <a:ext cx="148489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3962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2400" b="1" dirty="0">
              <a:solidFill>
                <a:srgbClr val="3962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content</a:t>
            </a:r>
            <a:endParaRPr lang="zh-CN" altLang="en-US" sz="28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2155112" y="957941"/>
            <a:ext cx="4894273" cy="563517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Chapter 1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967022" y="957941"/>
            <a:ext cx="599472" cy="5635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155112" y="1636977"/>
            <a:ext cx="4894273" cy="564202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Chapter 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数据类型、运算符及表达式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967022" y="1636976"/>
            <a:ext cx="620738" cy="5642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155112" y="2312847"/>
            <a:ext cx="4894273" cy="564888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Chapter 3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程序和流程控制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967022" y="2312846"/>
            <a:ext cx="620738" cy="5648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2155112" y="2978516"/>
            <a:ext cx="4894273" cy="565575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Chapter 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967022" y="2978516"/>
            <a:ext cx="620738" cy="565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矩形: 圆角 14"/>
          <p:cNvSpPr/>
          <p:nvPr/>
        </p:nvSpPr>
        <p:spPr>
          <a:xfrm>
            <a:off x="2155112" y="3677530"/>
            <a:ext cx="4894273" cy="565575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Chapter 5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967022" y="3677530"/>
            <a:ext cx="620738" cy="565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矩形: 圆角 14"/>
          <p:cNvSpPr/>
          <p:nvPr/>
        </p:nvSpPr>
        <p:spPr>
          <a:xfrm>
            <a:off x="2155112" y="4376544"/>
            <a:ext cx="4894273" cy="565575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Chapter 6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967022" y="4376544"/>
            <a:ext cx="620738" cy="565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矩形: 圆角 14"/>
          <p:cNvSpPr/>
          <p:nvPr/>
        </p:nvSpPr>
        <p:spPr>
          <a:xfrm>
            <a:off x="2165994" y="5051472"/>
            <a:ext cx="4894273" cy="565575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Chapter 7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977904" y="5051472"/>
            <a:ext cx="620738" cy="565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矩形: 圆角 14"/>
          <p:cNvSpPr/>
          <p:nvPr/>
        </p:nvSpPr>
        <p:spPr>
          <a:xfrm>
            <a:off x="2198648" y="5748163"/>
            <a:ext cx="4894273" cy="565575"/>
          </a:xfrm>
          <a:prstGeom prst="roundRect">
            <a:avLst/>
          </a:prstGeom>
          <a:solidFill>
            <a:srgbClr val="3962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Chapter 8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结构和联合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2010558" y="5748163"/>
            <a:ext cx="620738" cy="565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lang="zh-CN" altLang="en-US" sz="24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811592" y="1827847"/>
            <a:ext cx="72910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语言的入门知识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计算机中的数据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原码、反码和补码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3982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绪论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6992" y="2958147"/>
            <a:ext cx="72910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基本概念：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标识符、关键词、分隔符等的定义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2403000" y="3523680"/>
              <a:ext cx="5151240" cy="13104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2403000" y="3523680"/>
                <a:ext cx="5151240" cy="1310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3982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绪论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77" y="952500"/>
            <a:ext cx="8024037" cy="5110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783360" y="1455480"/>
              <a:ext cx="6002640" cy="43110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783360" y="1455480"/>
                <a:ext cx="6002640" cy="43110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数据类型、运算符及表达式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6900" y="963542"/>
            <a:ext cx="826770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准确地书写各种常量，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正确定义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各种类型的变量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理解不同数据类型的变量有不同的取值范围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(P21 </a:t>
            </a: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</a:t>
            </a: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转义字符；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P25 </a:t>
            </a: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2-2 BC31</a:t>
            </a: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中数据类型的长度和值域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zh-CN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正确使用运算符来表示现实世界中的问题，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正确书写各种表达式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，对于较为复杂的表达式，建议使用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圆括号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区分计算的优先顺序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，这有助于提高程序的可读性；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掌握位运算的计算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问题；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理解数据类型之间的强制数据类型转换问题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(P35 </a:t>
            </a: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2-2)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运算符的优先级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(P37 </a:t>
            </a: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2-8)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熟练掌握格式化输入输出库函数的使用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(P38 </a:t>
            </a: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2-9</a:t>
            </a: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2-10)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数据类型、运算符及表达式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5600" y="963542"/>
            <a:ext cx="8597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课后习题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P41,42,43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 一；四）要落实。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（对应考试题型第二大题计算表达式的值）分数占比约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29" y="2489199"/>
            <a:ext cx="8263120" cy="342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292320" y="3250800"/>
              <a:ext cx="8354520" cy="31017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292320" y="3250800"/>
                <a:ext cx="8354520" cy="31017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程序和流程控制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5" name="文本占位符 171012"/>
          <p:cNvSpPr txBox="1"/>
          <p:nvPr/>
        </p:nvSpPr>
        <p:spPr>
          <a:xfrm>
            <a:off x="520700" y="1196752"/>
            <a:ext cx="7939732" cy="4896544"/>
          </a:xfrm>
          <a:prstGeom prst="rect">
            <a:avLst/>
          </a:prstGeom>
        </p:spPr>
        <p:txBody>
          <a:bodyPr vert="horz" lIns="92075" tIns="46038" rIns="92075" bIns="4603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lnSpc>
                <a:spcPct val="150000"/>
              </a:lnSpc>
              <a:spcBef>
                <a:spcPct val="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掌握好典型问题的分析处理方法，套用现有的算法结构解决现实问题；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>
              <a:lnSpc>
                <a:spcPct val="150000"/>
              </a:lnSpc>
              <a:spcBef>
                <a:spcPct val="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结构化编程；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>
              <a:lnSpc>
                <a:spcPct val="150000"/>
              </a:lnSpc>
              <a:spcBef>
                <a:spcPct val="0"/>
              </a:spcBef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break; continue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的基本功能；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>
              <a:lnSpc>
                <a:spcPct val="150000"/>
              </a:lnSpc>
              <a:spcBef>
                <a:spcPct val="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需要仔细阅读并掌握的例题（例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3.19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3.23.2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717840" y="3326040"/>
              <a:ext cx="7131240" cy="14641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717840" y="3326040"/>
                <a:ext cx="7131240" cy="14641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程序和流程控制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5" name="文本占位符 171012"/>
          <p:cNvSpPr txBox="1"/>
          <p:nvPr/>
        </p:nvSpPr>
        <p:spPr>
          <a:xfrm>
            <a:off x="609600" y="1196752"/>
            <a:ext cx="7850832" cy="4896544"/>
          </a:xfrm>
          <a:prstGeom prst="rect">
            <a:avLst/>
          </a:prstGeom>
        </p:spPr>
        <p:txBody>
          <a:bodyPr vert="horz" lIns="92075" tIns="46038" rIns="92075" bIns="4603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lnSpc>
                <a:spcPct val="150000"/>
              </a:lnSpc>
              <a:spcBef>
                <a:spcPct val="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课后习题（一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）；（二大题中的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4, 6, 7, 10, 11, 13, 14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>
              <a:lnSpc>
                <a:spcPct val="150000"/>
              </a:lnSpc>
              <a:spcBef>
                <a:spcPct val="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（对应考试题型第四题填空；第五题中的读程序写结果；第六题编程题）分数占比约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程序和流程控制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884337"/>
            <a:ext cx="3619500" cy="5494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程序和流程控制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8900" y="884535"/>
            <a:ext cx="8966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、编一程序实现一个最简单的计算器的功能，如输入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3+5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回车显示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3+5=8;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输错就退出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输入的不是加减乘除的运算就算错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1973421"/>
            <a:ext cx="4057650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107" y="1971674"/>
            <a:ext cx="4187243" cy="3516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程序和流程控制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904829"/>
            <a:ext cx="7634287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342899" y="854029"/>
            <a:ext cx="9922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编程题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1590629"/>
            <a:ext cx="3917950" cy="5229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7640280" y="4165200"/>
              <a:ext cx="512280" cy="5443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7640280" y="4165200"/>
                <a:ext cx="512280" cy="5443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程序和流程控制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54029"/>
            <a:ext cx="9922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编程题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549" y="854030"/>
            <a:ext cx="6969812" cy="5508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530280" y="1197360"/>
              <a:ext cx="3978360" cy="20437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530280" y="1197360"/>
                <a:ext cx="3978360" cy="20437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6110" y="1276861"/>
            <a:ext cx="8355789" cy="475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熟练掌握函数定义与调用的方法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掌握变量的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存储类型作用和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使用方法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熟练掌握函数间数据传递的方法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需要仔细阅读的例题（例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4.9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课后习题（第一大题需要落实；第三大题中的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1,2,3,4,5,6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（可能对应考试题型第五题中的读程序写结果；第六题中的中等难度编程题）分数占比约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+9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726" y="904829"/>
            <a:ext cx="5081454" cy="5381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4112280" y="2778480"/>
              <a:ext cx="1286280" cy="21841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4112280" y="2778480"/>
                <a:ext cx="1286280" cy="21841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函数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015253"/>
            <a:ext cx="4724400" cy="5198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数组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00" y="1034187"/>
            <a:ext cx="8864600" cy="51552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数组的概念；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一维数组和二维数组的定义和应用；结合指针来理解；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数组在函数中的传递方式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掌握选择排序法和冒泡排序法的思想和算法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需要仔细阅读的例题（例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5.7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5.9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5.10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5.11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课后习题（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3,5,6,7,9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（对应考试题型第四题填空题；第五题中的读程序写结果；第六题中的中等难度编程题（可能））分数占比约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+5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+9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1137960" y="3326040"/>
              <a:ext cx="6815160" cy="29077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1137960" y="3326040"/>
                <a:ext cx="6815160" cy="29077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数组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914400"/>
            <a:ext cx="54102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1849320" y="6050880"/>
              <a:ext cx="5290920" cy="1407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849320" y="6050880"/>
                <a:ext cx="5290920" cy="1407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数组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2400" y="926237"/>
            <a:ext cx="8864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编写函数完成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4*4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矩阵的转置，并计算出转置后的矩阵中的最大值以及其行列编号，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函数负责输入矩阵数据，调用函数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process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同时完成转置并得到矩阵的最大值和行列位置信息，在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函数中打印输出有关信息。（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1913067"/>
            <a:ext cx="6694487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数组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056" y="1031874"/>
            <a:ext cx="7304733" cy="489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数组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07" y="1003300"/>
            <a:ext cx="6762431" cy="461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数组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713" y="811213"/>
            <a:ext cx="6656387" cy="604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指针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00" y="1034187"/>
            <a:ext cx="8864600" cy="39703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各种类型指针的定义形式与初始化方法和使用指针的方法；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指针允许运算的种类和运算方法；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如何用指针表示一维数组及二维数组，尤其注意指针和数组表现形式的互换性；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多级指针的概念、多级指针处理指针数组的方法；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区分数组指针与指针数组以及指针函数与函数指针并掌握其用法。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22800" y="3758040"/>
              <a:ext cx="7169760" cy="1278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22800" y="3758040"/>
                <a:ext cx="7169760" cy="1278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指针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00" y="1034187"/>
            <a:ext cx="8864600" cy="3416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需要仔细阅读的例题（例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6.6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6.9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6.10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6.11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6.12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6.16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6.17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6.22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6.25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课后习题（二、改错题；三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.1,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.5,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6,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（可能对应考试题型第三题改错题；第四题填空题；第五题中的读程序写结果；第六题中的中等偏上难度编程题）分数占比约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+ 5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+5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+9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1239120" y="3264120"/>
              <a:ext cx="5969880" cy="8442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1239120" y="3264120"/>
                <a:ext cx="5969880" cy="8442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指针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691659" y="777829"/>
            <a:ext cx="2452341" cy="11350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改错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涉及流程控制、函数、指针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-60516" y="703301"/>
            <a:ext cx="5963771" cy="6063545"/>
            <a:chOff x="0" y="747896"/>
            <a:chExt cx="5963771" cy="6063545"/>
          </a:xfrm>
        </p:grpSpPr>
        <p:grpSp>
          <p:nvGrpSpPr>
            <p:cNvPr id="9" name="组合 8"/>
            <p:cNvGrpSpPr/>
            <p:nvPr/>
          </p:nvGrpSpPr>
          <p:grpSpPr>
            <a:xfrm>
              <a:off x="0" y="747896"/>
              <a:ext cx="5510904" cy="6063049"/>
              <a:chOff x="0" y="747896"/>
              <a:chExt cx="5510904" cy="6063049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7275" y="747896"/>
                <a:ext cx="5443629" cy="4261285"/>
              </a:xfrm>
              <a:prstGeom prst="rect">
                <a:avLst/>
              </a:prstGeom>
            </p:spPr>
          </p:pic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9795" y="4946839"/>
                <a:ext cx="3704664" cy="1864106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5495095"/>
                <a:ext cx="508169" cy="1315850"/>
              </a:xfrm>
              <a:prstGeom prst="rect">
                <a:avLst/>
              </a:prstGeom>
            </p:spPr>
          </p:pic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1961" y="4439716"/>
              <a:ext cx="2151810" cy="23717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指针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63" y="958850"/>
            <a:ext cx="5019675" cy="544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指针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829" y="1028700"/>
            <a:ext cx="5637596" cy="29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460438" y="4307737"/>
            <a:ext cx="8555815" cy="5810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理解并掌握指针以及多级指针的概念（为什么？需要深入分析） 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652680" y="1019880"/>
              <a:ext cx="1048320" cy="8611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652680" y="1019880"/>
                <a:ext cx="1048320" cy="8611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00" y="1034187"/>
            <a:ext cx="8864600" cy="39703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字符串是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语言的难点和重要内容，需要在深刻理解概念的基础上，熟练掌握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字符与字符串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的基本概念，学会利用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字符数组和字符指针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去定义和处理字符串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掌握与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字符串相关的常用库函数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语言中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单个字符串处理方法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和应用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语言中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多个字符串处理方法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和应用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00" y="1034187"/>
            <a:ext cx="8864600" cy="3416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需要仔细阅读的例题（例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7.1;7.4(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递归函数，可考虑改写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);7.5;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7.8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;7.9;7.10;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7.12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7.13;7.14;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7.16;7.17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课后习题（一，二，三，四）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（可能对应考试题型第三题改错题；第四题填空题；第五题中的读程序写结果；第六题中的中等偏上难度编程题）分数占比约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+5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+5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+9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24908" y="-6724"/>
            <a:ext cx="5807897" cy="6904010"/>
            <a:chOff x="539109" y="1826104"/>
            <a:chExt cx="5807897" cy="6904010"/>
          </a:xfrm>
        </p:grpSpPr>
        <p:grpSp>
          <p:nvGrpSpPr>
            <p:cNvPr id="6" name="组合 5"/>
            <p:cNvGrpSpPr/>
            <p:nvPr/>
          </p:nvGrpSpPr>
          <p:grpSpPr>
            <a:xfrm>
              <a:off x="539109" y="1826104"/>
              <a:ext cx="5807897" cy="6904010"/>
              <a:chOff x="2134721" y="910574"/>
              <a:chExt cx="4874558" cy="5939648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134721" y="910574"/>
                <a:ext cx="4666129" cy="1567410"/>
              </a:xfrm>
              <a:prstGeom prst="rect">
                <a:avLst/>
              </a:prstGeom>
            </p:spPr>
          </p:pic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34721" y="2477984"/>
                <a:ext cx="4874558" cy="4372238"/>
              </a:xfrm>
              <a:prstGeom prst="rect">
                <a:avLst/>
              </a:prstGeom>
            </p:spPr>
          </p:pic>
        </p:grp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1779" y="4244225"/>
              <a:ext cx="1441524" cy="1714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677387"/>
            <a:ext cx="4586287" cy="6159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883598"/>
            <a:ext cx="4337501" cy="5339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3501720" y="2774880"/>
              <a:ext cx="4788000" cy="168372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3501720" y="2774880"/>
                <a:ext cx="4788000" cy="16837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字符串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2400" y="885736"/>
            <a:ext cx="8826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编程序，要求主函数中输入一行英文和一个单词，被调用的函数返回删除该单词后的那行英文（如有多个，一并删除）并在主函数中输出。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37088"/>
            <a:ext cx="2943225" cy="1266825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675" y="1519238"/>
            <a:ext cx="4667250" cy="4524375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98" y="1532067"/>
            <a:ext cx="2771775" cy="2924175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300" y="2193925"/>
            <a:ext cx="3505200" cy="2724150"/>
          </a:xfrm>
          <a:prstGeom prst="rect">
            <a:avLst/>
          </a:prstGeom>
          <a:solidFill>
            <a:srgbClr val="FFFF00"/>
          </a:solidFill>
          <a:ln w="9525">
            <a:solidFill>
              <a:srgbClr val="00B0F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结构与联合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00" y="1034187"/>
            <a:ext cx="8864600" cy="39050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重点掌握结构类型的定义、结构变量的定义及初始化、结构变量成员的引用方法，结构变量的输入、输出与赋值方法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掌握结构变量在函数间传递的方法，对应函数定义形式和调用方法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掌握结构数组、结构指针的定义形式，初始化及成员引用方法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熟悉联合的定义及引用、枚举变量的概念、枚举变量的定义及使用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342720" y="1605960"/>
              <a:ext cx="2864520" cy="232344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342720" y="1605960"/>
                <a:ext cx="2864520" cy="23234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结构与联合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00" y="1034187"/>
            <a:ext cx="8864600" cy="286232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需要仔细阅读的例题（例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8.1;8.2;8.3;8.4;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8.5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;8.6;8.7;8.8;8.9; 8.10;8.12;8.13;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8.16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课后习题（一；二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.2,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.4,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5,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9,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10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（可能对应考试题型第五题中的读程序写结果；第六题中的中等偏上难度编程题）分数占比约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+8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结构与联合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9" y="777875"/>
            <a:ext cx="5590388" cy="608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结构与联合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868363"/>
            <a:ext cx="5162550" cy="5512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结构与联合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4000" y="1169938"/>
            <a:ext cx="8737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编程题：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某班有学生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０名参加高考，每名学生信息由姓名、学号、外语、数学和语文和综合成绩组成，试编程要求：（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学生信息由键盘输入；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能按学号查找学生信息；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按总分高低顺序输出前十名学生信息。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　每小题写一函数，通过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函数调用实现）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结构与联合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516435" y="996708"/>
            <a:ext cx="6050314" cy="5258177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088607" y="1030130"/>
            <a:ext cx="5620293" cy="528606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1500" dirty="0"/>
              <a:t>#include &lt;</a:t>
            </a:r>
            <a:r>
              <a:rPr lang="en-US" altLang="zh-CN" sz="1500" dirty="0" err="1"/>
              <a:t>stdio.h</a:t>
            </a:r>
            <a:r>
              <a:rPr lang="en-US" altLang="zh-CN" sz="1500" dirty="0"/>
              <a:t>&gt;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#include &lt;</a:t>
            </a:r>
            <a:r>
              <a:rPr lang="en-US" altLang="zh-CN" sz="1500" dirty="0" err="1"/>
              <a:t>string.h</a:t>
            </a:r>
            <a:r>
              <a:rPr lang="en-US" altLang="zh-CN" sz="1500" dirty="0"/>
              <a:t>&gt;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 err="1"/>
              <a:t>struct</a:t>
            </a:r>
            <a:r>
              <a:rPr lang="en-US" altLang="zh-CN" sz="1500" dirty="0"/>
              <a:t> student {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char name[10];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char no[15];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float </a:t>
            </a:r>
            <a:r>
              <a:rPr lang="en-US" altLang="zh-CN" sz="1500" dirty="0" err="1"/>
              <a:t>eng</a:t>
            </a:r>
            <a:r>
              <a:rPr lang="en-US" altLang="zh-CN" sz="1500" dirty="0"/>
              <a:t>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float chi;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float mat;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float all;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float sum;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};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void input(</a:t>
            </a:r>
            <a:r>
              <a:rPr lang="en-US" altLang="zh-CN" sz="1500" dirty="0" err="1"/>
              <a:t>struct</a:t>
            </a:r>
            <a:r>
              <a:rPr lang="en-US" altLang="zh-CN" sz="1500" dirty="0"/>
              <a:t> student *p,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n);  //</a:t>
            </a:r>
            <a:r>
              <a:rPr lang="zh-CN" altLang="en-US" sz="1500" dirty="0"/>
              <a:t>题（</a:t>
            </a:r>
            <a:r>
              <a:rPr lang="en-US" altLang="zh-CN" sz="1500" dirty="0"/>
              <a:t>1</a:t>
            </a:r>
            <a:r>
              <a:rPr lang="zh-CN" altLang="en-US" sz="1500" dirty="0"/>
              <a:t>）</a:t>
            </a:r>
            <a:endParaRPr lang="zh-CN" altLang="en-US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void find(</a:t>
            </a:r>
            <a:r>
              <a:rPr lang="en-US" altLang="zh-CN" sz="1500" dirty="0" err="1"/>
              <a:t>struct</a:t>
            </a:r>
            <a:r>
              <a:rPr lang="en-US" altLang="zh-CN" sz="1500" dirty="0"/>
              <a:t> student *p,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n);   //</a:t>
            </a:r>
            <a:r>
              <a:rPr lang="zh-CN" altLang="en-US" sz="1500" dirty="0"/>
              <a:t>题（</a:t>
            </a:r>
            <a:r>
              <a:rPr lang="en-US" altLang="zh-CN" sz="1500" dirty="0"/>
              <a:t>2</a:t>
            </a:r>
            <a:r>
              <a:rPr lang="zh-CN" altLang="en-US" sz="1500" dirty="0"/>
              <a:t>）</a:t>
            </a:r>
            <a:endParaRPr lang="zh-CN" altLang="en-US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void </a:t>
            </a:r>
            <a:r>
              <a:rPr lang="en-US" altLang="zh-CN" sz="1500" dirty="0" err="1"/>
              <a:t>disp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struct</a:t>
            </a:r>
            <a:r>
              <a:rPr lang="en-US" altLang="zh-CN" sz="1500" dirty="0"/>
              <a:t> student *p,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n);   //</a:t>
            </a:r>
            <a:r>
              <a:rPr lang="zh-CN" altLang="en-US" sz="1500" dirty="0"/>
              <a:t>题（</a:t>
            </a:r>
            <a:r>
              <a:rPr lang="en-US" altLang="zh-CN" sz="1500" dirty="0"/>
              <a:t>3</a:t>
            </a:r>
            <a:r>
              <a:rPr lang="zh-CN" altLang="en-US" sz="1500" dirty="0"/>
              <a:t>）</a:t>
            </a:r>
            <a:endParaRPr lang="zh-CN" altLang="en-US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void main()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{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 = 30;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</a:t>
            </a:r>
            <a:r>
              <a:rPr lang="en-US" altLang="zh-CN" sz="1500" dirty="0" err="1"/>
              <a:t>struct</a:t>
            </a:r>
            <a:r>
              <a:rPr lang="en-US" altLang="zh-CN" sz="1500" dirty="0"/>
              <a:t> student *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 = (</a:t>
            </a:r>
            <a:r>
              <a:rPr lang="en-US" altLang="zh-CN" sz="1500" dirty="0" err="1"/>
              <a:t>struct</a:t>
            </a:r>
            <a:r>
              <a:rPr lang="en-US" altLang="zh-CN" sz="1500" dirty="0"/>
              <a:t> student *)</a:t>
            </a:r>
            <a:r>
              <a:rPr lang="en-US" altLang="zh-CN" sz="1500" dirty="0" err="1"/>
              <a:t>malloc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sizeof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struct</a:t>
            </a:r>
            <a:r>
              <a:rPr lang="en-US" altLang="zh-CN" sz="1500" dirty="0"/>
              <a:t> student)*N);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input(&amp;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[0], N);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find(&amp;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[0], N);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</a:t>
            </a:r>
            <a:r>
              <a:rPr lang="en-US" altLang="zh-CN" sz="1500" dirty="0" err="1"/>
              <a:t>disp</a:t>
            </a:r>
            <a:r>
              <a:rPr lang="en-US" altLang="zh-CN" sz="1500" dirty="0"/>
              <a:t>(&amp;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[0], N);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</a:t>
            </a:r>
            <a:r>
              <a:rPr lang="en-US" altLang="zh-CN" sz="1500" dirty="0" err="1"/>
              <a:t>getch</a:t>
            </a:r>
            <a:r>
              <a:rPr lang="en-US" altLang="zh-CN" sz="1500" dirty="0"/>
              <a:t>();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free(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);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}</a:t>
            </a:r>
            <a:endParaRPr lang="zh-CN" altLang="en-US" sz="15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589080" y="1063440"/>
              <a:ext cx="1849320" cy="49644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589080" y="1063440"/>
                <a:ext cx="1849320" cy="49644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结构与联合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5" name="矩形: 圆角 3"/>
          <p:cNvSpPr/>
          <p:nvPr/>
        </p:nvSpPr>
        <p:spPr>
          <a:xfrm>
            <a:off x="360735" y="831608"/>
            <a:ext cx="6050314" cy="2101647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55107" y="814230"/>
            <a:ext cx="5620293" cy="21698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1500" dirty="0"/>
              <a:t>void input(</a:t>
            </a:r>
            <a:r>
              <a:rPr lang="en-US" altLang="zh-CN" sz="1500" dirty="0" err="1"/>
              <a:t>struct</a:t>
            </a:r>
            <a:r>
              <a:rPr lang="en-US" altLang="zh-CN" sz="1500" dirty="0"/>
              <a:t> student *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{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i;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for (i = 0; i &lt; n; i++)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{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</a:t>
            </a:r>
            <a:r>
              <a:rPr lang="en-US" altLang="zh-CN" sz="1500" dirty="0" err="1">
                <a:solidFill>
                  <a:srgbClr val="FF0000"/>
                </a:solidFill>
              </a:rPr>
              <a:t>scanf</a:t>
            </a:r>
            <a:r>
              <a:rPr lang="en-US" altLang="zh-CN" sz="1500" dirty="0">
                <a:solidFill>
                  <a:srgbClr val="FF0000"/>
                </a:solidFill>
              </a:rPr>
              <a:t>(“%</a:t>
            </a:r>
            <a:r>
              <a:rPr lang="en-US" altLang="zh-CN" sz="1500" dirty="0" err="1">
                <a:solidFill>
                  <a:srgbClr val="FF0000"/>
                </a:solidFill>
              </a:rPr>
              <a:t>s%s%f%f%f%f</a:t>
            </a:r>
            <a:r>
              <a:rPr lang="en-US" altLang="zh-CN" sz="1500" dirty="0">
                <a:solidFill>
                  <a:srgbClr val="FF0000"/>
                </a:solidFill>
              </a:rPr>
              <a:t>”, </a:t>
            </a:r>
            <a:r>
              <a:rPr lang="en-US" altLang="zh-CN" sz="1500" dirty="0" err="1">
                <a:solidFill>
                  <a:srgbClr val="FF0000"/>
                </a:solidFill>
              </a:rPr>
              <a:t>stu</a:t>
            </a:r>
            <a:r>
              <a:rPr lang="en-US" altLang="zh-CN" sz="1500" dirty="0">
                <a:solidFill>
                  <a:srgbClr val="FF0000"/>
                </a:solidFill>
              </a:rPr>
              <a:t>[i].name, </a:t>
            </a:r>
            <a:r>
              <a:rPr lang="en-US" altLang="zh-CN" sz="1500" dirty="0" err="1">
                <a:solidFill>
                  <a:srgbClr val="FF0000"/>
                </a:solidFill>
              </a:rPr>
              <a:t>stu</a:t>
            </a:r>
            <a:r>
              <a:rPr lang="en-US" altLang="zh-CN" sz="1500" dirty="0">
                <a:solidFill>
                  <a:srgbClr val="FF0000"/>
                </a:solidFill>
              </a:rPr>
              <a:t>[i].no, &amp;</a:t>
            </a:r>
            <a:r>
              <a:rPr lang="en-US" altLang="zh-CN" sz="1500" dirty="0" err="1">
                <a:solidFill>
                  <a:srgbClr val="FF0000"/>
                </a:solidFill>
              </a:rPr>
              <a:t>stu</a:t>
            </a:r>
            <a:r>
              <a:rPr lang="en-US" altLang="zh-CN" sz="1500" dirty="0">
                <a:solidFill>
                  <a:srgbClr val="FF0000"/>
                </a:solidFill>
              </a:rPr>
              <a:t>[i].</a:t>
            </a:r>
            <a:r>
              <a:rPr lang="en-US" altLang="zh-CN" sz="1500" dirty="0" err="1">
                <a:solidFill>
                  <a:srgbClr val="FF0000"/>
                </a:solidFill>
              </a:rPr>
              <a:t>eng</a:t>
            </a:r>
            <a:r>
              <a:rPr lang="en-US" altLang="zh-CN" sz="1500" dirty="0">
                <a:solidFill>
                  <a:srgbClr val="FF0000"/>
                </a:solidFill>
              </a:rPr>
              <a:t>, &amp;</a:t>
            </a:r>
            <a:r>
              <a:rPr lang="en-US" altLang="zh-CN" sz="1500" dirty="0" err="1">
                <a:solidFill>
                  <a:srgbClr val="FF0000"/>
                </a:solidFill>
              </a:rPr>
              <a:t>stu</a:t>
            </a:r>
            <a:r>
              <a:rPr lang="en-US" altLang="zh-CN" sz="1500" dirty="0">
                <a:solidFill>
                  <a:srgbClr val="FF0000"/>
                </a:solidFill>
              </a:rPr>
              <a:t>[i].chi, &amp;</a:t>
            </a:r>
            <a:r>
              <a:rPr lang="en-US" altLang="zh-CN" sz="1500" dirty="0" err="1">
                <a:solidFill>
                  <a:srgbClr val="FF0000"/>
                </a:solidFill>
              </a:rPr>
              <a:t>stu</a:t>
            </a:r>
            <a:r>
              <a:rPr lang="en-US" altLang="zh-CN" sz="1500" dirty="0">
                <a:solidFill>
                  <a:srgbClr val="FF0000"/>
                </a:solidFill>
              </a:rPr>
              <a:t>[i].mat, &amp;</a:t>
            </a:r>
            <a:r>
              <a:rPr lang="en-US" altLang="zh-CN" sz="1500" dirty="0" err="1">
                <a:solidFill>
                  <a:srgbClr val="FF0000"/>
                </a:solidFill>
              </a:rPr>
              <a:t>stu</a:t>
            </a:r>
            <a:r>
              <a:rPr lang="en-US" altLang="zh-CN" sz="1500" dirty="0">
                <a:solidFill>
                  <a:srgbClr val="FF0000"/>
                </a:solidFill>
              </a:rPr>
              <a:t>[i].all);//</a:t>
            </a:r>
            <a:r>
              <a:rPr lang="zh-CN" altLang="en-US" sz="1500" dirty="0">
                <a:solidFill>
                  <a:srgbClr val="FF0000"/>
                </a:solidFill>
              </a:rPr>
              <a:t>强烈建议用</a:t>
            </a:r>
            <a:r>
              <a:rPr lang="en-US" altLang="zh-CN" sz="1500" dirty="0">
                <a:solidFill>
                  <a:srgbClr val="FF0000"/>
                </a:solidFill>
              </a:rPr>
              <a:t>gets</a:t>
            </a:r>
            <a:r>
              <a:rPr lang="zh-CN" altLang="en-US" sz="1500" dirty="0">
                <a:solidFill>
                  <a:srgbClr val="FF0000"/>
                </a:solidFill>
              </a:rPr>
              <a:t>函数改写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500" dirty="0"/>
              <a:t>		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[i].sum =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</a:t>
            </a:r>
            <a:r>
              <a:rPr lang="en-US" altLang="zh-CN" sz="1500" dirty="0" err="1"/>
              <a:t>eng</a:t>
            </a:r>
            <a:r>
              <a:rPr lang="en-US" altLang="zh-CN" sz="1500" dirty="0"/>
              <a:t> +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[i].chi +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[i].mat +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[i].all;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}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}</a:t>
            </a:r>
            <a:endParaRPr lang="en-US" altLang="zh-CN" sz="1500" dirty="0"/>
          </a:p>
        </p:txBody>
      </p:sp>
      <p:sp>
        <p:nvSpPr>
          <p:cNvPr id="7" name="矩形: 圆角 3"/>
          <p:cNvSpPr/>
          <p:nvPr/>
        </p:nvSpPr>
        <p:spPr>
          <a:xfrm>
            <a:off x="335334" y="2933256"/>
            <a:ext cx="8541965" cy="3795592"/>
          </a:xfrm>
          <a:prstGeom prst="roundRect">
            <a:avLst/>
          </a:prstGeom>
          <a:solidFill>
            <a:schemeClr val="bg1"/>
          </a:solidFill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18607" y="2884330"/>
            <a:ext cx="7855493" cy="383181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1500" dirty="0"/>
              <a:t>void find(</a:t>
            </a:r>
            <a:r>
              <a:rPr lang="en-US" altLang="zh-CN" sz="1500" dirty="0" err="1"/>
              <a:t>struct</a:t>
            </a:r>
            <a:r>
              <a:rPr lang="en-US" altLang="zh-CN" sz="1500" dirty="0"/>
              <a:t> student *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{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i;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char </a:t>
            </a:r>
            <a:r>
              <a:rPr lang="en-US" altLang="zh-CN" sz="1500" dirty="0" err="1"/>
              <a:t>fno</a:t>
            </a:r>
            <a:r>
              <a:rPr lang="en-US" altLang="zh-CN" sz="1500" dirty="0"/>
              <a:t>[15];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</a:t>
            </a:r>
            <a:r>
              <a:rPr lang="en-US" altLang="zh-CN" sz="1500" dirty="0" err="1">
                <a:solidFill>
                  <a:srgbClr val="FF0000"/>
                </a:solidFill>
              </a:rPr>
              <a:t>scanf</a:t>
            </a:r>
            <a:r>
              <a:rPr lang="en-US" altLang="zh-CN" sz="1500" dirty="0">
                <a:solidFill>
                  <a:srgbClr val="FF0000"/>
                </a:solidFill>
              </a:rPr>
              <a:t>(“%s”, </a:t>
            </a:r>
            <a:r>
              <a:rPr lang="en-US" altLang="zh-CN" sz="1500" dirty="0" err="1">
                <a:solidFill>
                  <a:srgbClr val="FF0000"/>
                </a:solidFill>
              </a:rPr>
              <a:t>fno</a:t>
            </a:r>
            <a:r>
              <a:rPr lang="en-US" altLang="zh-CN" sz="1500" dirty="0">
                <a:solidFill>
                  <a:srgbClr val="FF0000"/>
                </a:solidFill>
              </a:rPr>
              <a:t>);//</a:t>
            </a:r>
            <a:r>
              <a:rPr lang="zh-CN" altLang="en-US" sz="1500" dirty="0">
                <a:solidFill>
                  <a:srgbClr val="FF0000"/>
                </a:solidFill>
              </a:rPr>
              <a:t>强烈建议用</a:t>
            </a:r>
            <a:r>
              <a:rPr lang="en-US" altLang="zh-CN" sz="1500" dirty="0">
                <a:solidFill>
                  <a:srgbClr val="FF0000"/>
                </a:solidFill>
              </a:rPr>
              <a:t>gets</a:t>
            </a:r>
            <a:r>
              <a:rPr lang="zh-CN" altLang="en-US" sz="1500" dirty="0">
                <a:solidFill>
                  <a:srgbClr val="FF0000"/>
                </a:solidFill>
              </a:rPr>
              <a:t>函数改写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500" dirty="0"/>
              <a:t>	for (i = 0; i &lt; n; i++)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{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if (</a:t>
            </a:r>
            <a:r>
              <a:rPr lang="en-US" altLang="zh-CN" sz="1500" dirty="0" err="1"/>
              <a:t>strcmp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[i].no, </a:t>
            </a:r>
            <a:r>
              <a:rPr lang="en-US" altLang="zh-CN" sz="1500" dirty="0" err="1"/>
              <a:t>fno</a:t>
            </a:r>
            <a:r>
              <a:rPr lang="en-US" altLang="zh-CN" sz="1500" dirty="0"/>
              <a:t>) == 0)	break;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}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if(i &lt; n)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{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</a:t>
            </a:r>
            <a:r>
              <a:rPr lang="zh-CN" altLang="en-US" sz="1500" dirty="0"/>
              <a:t>姓名</a:t>
            </a:r>
            <a:r>
              <a:rPr lang="en-US" altLang="zh-CN" sz="1500" dirty="0"/>
              <a:t>\t</a:t>
            </a:r>
            <a:r>
              <a:rPr lang="zh-CN" altLang="en-US" sz="1500" dirty="0"/>
              <a:t>学号</a:t>
            </a:r>
            <a:r>
              <a:rPr lang="en-US" altLang="zh-CN" sz="1500" dirty="0"/>
              <a:t>\t</a:t>
            </a:r>
            <a:r>
              <a:rPr lang="zh-CN" altLang="en-US" sz="1500" dirty="0"/>
              <a:t>外语</a:t>
            </a:r>
            <a:r>
              <a:rPr lang="en-US" altLang="zh-CN" sz="1500" dirty="0"/>
              <a:t>\t</a:t>
            </a:r>
            <a:r>
              <a:rPr lang="zh-CN" altLang="en-US" sz="1500" dirty="0"/>
              <a:t>数学</a:t>
            </a:r>
            <a:r>
              <a:rPr lang="en-US" altLang="zh-CN" sz="1500" dirty="0"/>
              <a:t>\t</a:t>
            </a:r>
            <a:r>
              <a:rPr lang="zh-CN" altLang="en-US" sz="1500" dirty="0"/>
              <a:t>语文</a:t>
            </a:r>
            <a:r>
              <a:rPr lang="en-US" altLang="zh-CN" sz="1500" dirty="0"/>
              <a:t>\t</a:t>
            </a:r>
            <a:r>
              <a:rPr lang="zh-CN" altLang="en-US" sz="1500" dirty="0"/>
              <a:t>综合</a:t>
            </a:r>
            <a:r>
              <a:rPr lang="en-US" altLang="zh-CN" sz="1500" dirty="0"/>
              <a:t>\t</a:t>
            </a:r>
            <a:r>
              <a:rPr lang="zh-CN" altLang="en-US" sz="1500" dirty="0"/>
              <a:t>总分</a:t>
            </a:r>
            <a:r>
              <a:rPr lang="en-US" altLang="zh-CN" sz="1500" dirty="0"/>
              <a:t>\n");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("%s\</a:t>
            </a:r>
            <a:r>
              <a:rPr lang="en-US" altLang="zh-CN" sz="1500" dirty="0" err="1"/>
              <a:t>t%s</a:t>
            </a:r>
            <a:r>
              <a:rPr lang="en-US" altLang="zh-CN" sz="1500" dirty="0"/>
              <a:t>\t%0.1f\t%0.1f\t%0.1f\t%0.1f%\t%0.1f\n",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[i].name,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[i].no,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</a:t>
            </a:r>
            <a:r>
              <a:rPr lang="en-US" altLang="zh-CN" sz="1500" dirty="0" err="1"/>
              <a:t>eng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[i].chi,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[i].mat,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[i].all,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[i].sum);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}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else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	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</a:t>
            </a:r>
            <a:r>
              <a:rPr lang="zh-CN" altLang="en-US" sz="1500" dirty="0"/>
              <a:t>没找到</a:t>
            </a:r>
            <a:r>
              <a:rPr lang="en-US" altLang="zh-CN" sz="1500" dirty="0"/>
              <a:t>\n");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}</a:t>
            </a:r>
            <a:endParaRPr lang="en-US" altLang="zh-CN" sz="15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247680" y="1214280"/>
              <a:ext cx="7934760" cy="345024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247680" y="1214280"/>
                <a:ext cx="7934760" cy="34502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4056" y="131498"/>
            <a:ext cx="45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9626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lang="zh-CN" altLang="en-US" sz="3600" b="1" dirty="0">
              <a:solidFill>
                <a:srgbClr val="39626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89673" y="130712"/>
            <a:ext cx="5543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结构与联合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516434" y="996708"/>
            <a:ext cx="6700465" cy="5258177"/>
          </a:xfrm>
          <a:prstGeom prst="roundRect">
            <a:avLst/>
          </a:prstGeom>
          <a:noFill/>
          <a:ln>
            <a:solidFill>
              <a:srgbClr val="39626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025107" y="1195230"/>
            <a:ext cx="5912393" cy="46628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1500" dirty="0"/>
              <a:t>void </a:t>
            </a:r>
            <a:r>
              <a:rPr lang="en-US" altLang="zh-CN" sz="1500" dirty="0" err="1"/>
              <a:t>disp</a:t>
            </a:r>
            <a:r>
              <a:rPr lang="en-US" altLang="zh-CN" sz="1500" dirty="0"/>
              <a:t>(</a:t>
            </a:r>
            <a:r>
              <a:rPr lang="en-US" altLang="zh-CN" sz="1500" dirty="0" err="1"/>
              <a:t>struct</a:t>
            </a:r>
            <a:r>
              <a:rPr lang="en-US" altLang="zh-CN" sz="1500" dirty="0"/>
              <a:t> student *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n)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{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</a:t>
            </a:r>
            <a:r>
              <a:rPr lang="en-US" altLang="zh-CN" sz="1500" dirty="0" err="1"/>
              <a:t>int</a:t>
            </a:r>
            <a:r>
              <a:rPr lang="en-US" altLang="zh-CN" sz="1500" dirty="0"/>
              <a:t> i, j;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</a:t>
            </a:r>
            <a:r>
              <a:rPr lang="en-US" altLang="zh-CN" sz="1500" dirty="0" err="1"/>
              <a:t>struct</a:t>
            </a:r>
            <a:r>
              <a:rPr lang="en-US" altLang="zh-CN" sz="1500" dirty="0"/>
              <a:t> student temp;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for (i = 0; i &lt; n - 1; i++)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for (j = 0; j &lt; n - 1 - i; j++)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{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	if (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[j].sum &lt;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[j + 1].sum)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	{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		temp =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[j];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		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[j] =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[j + 1];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		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[j + 1] = temp;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	}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}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</a:t>
            </a:r>
            <a:r>
              <a:rPr lang="zh-CN" altLang="en-US" sz="1500" dirty="0"/>
              <a:t>姓名</a:t>
            </a:r>
            <a:r>
              <a:rPr lang="en-US" altLang="zh-CN" sz="1500" dirty="0"/>
              <a:t>\t</a:t>
            </a:r>
            <a:r>
              <a:rPr lang="zh-CN" altLang="en-US" sz="1500" dirty="0"/>
              <a:t>学号</a:t>
            </a:r>
            <a:r>
              <a:rPr lang="en-US" altLang="zh-CN" sz="1500" dirty="0"/>
              <a:t>\t</a:t>
            </a:r>
            <a:r>
              <a:rPr lang="zh-CN" altLang="en-US" sz="1500" dirty="0"/>
              <a:t>外语</a:t>
            </a:r>
            <a:r>
              <a:rPr lang="en-US" altLang="zh-CN" sz="1500" dirty="0"/>
              <a:t>\t</a:t>
            </a:r>
            <a:r>
              <a:rPr lang="zh-CN" altLang="en-US" sz="1500" dirty="0"/>
              <a:t>数学</a:t>
            </a:r>
            <a:r>
              <a:rPr lang="en-US" altLang="zh-CN" sz="1500" dirty="0"/>
              <a:t>\t</a:t>
            </a:r>
            <a:r>
              <a:rPr lang="zh-CN" altLang="en-US" sz="1500" dirty="0"/>
              <a:t>语文</a:t>
            </a:r>
            <a:r>
              <a:rPr lang="en-US" altLang="zh-CN" sz="1500" dirty="0"/>
              <a:t>\t</a:t>
            </a:r>
            <a:r>
              <a:rPr lang="zh-CN" altLang="en-US" sz="1500" dirty="0"/>
              <a:t>综合</a:t>
            </a:r>
            <a:r>
              <a:rPr lang="en-US" altLang="zh-CN" sz="1500" dirty="0"/>
              <a:t>\t</a:t>
            </a:r>
            <a:r>
              <a:rPr lang="zh-CN" altLang="en-US" sz="1500" dirty="0"/>
              <a:t>总分</a:t>
            </a:r>
            <a:r>
              <a:rPr lang="en-US" altLang="zh-CN" sz="1500" dirty="0"/>
              <a:t>\n");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for (i = 0; i &lt; 10; i++)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{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	</a:t>
            </a:r>
            <a:r>
              <a:rPr lang="en-US" altLang="zh-CN" sz="1500" dirty="0" err="1"/>
              <a:t>printf</a:t>
            </a:r>
            <a:r>
              <a:rPr lang="en-US" altLang="zh-CN" sz="1500" dirty="0"/>
              <a:t>("%s\</a:t>
            </a:r>
            <a:r>
              <a:rPr lang="en-US" altLang="zh-CN" sz="1500" dirty="0" err="1"/>
              <a:t>t%s</a:t>
            </a:r>
            <a:r>
              <a:rPr lang="en-US" altLang="zh-CN" sz="1500" dirty="0"/>
              <a:t>\t%0.1f\t%0.1f\t%0.1f\t%0.1f\t%0.1f\n",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[i].name,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[i].no,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</a:t>
            </a:r>
            <a:r>
              <a:rPr lang="en-US" altLang="zh-CN" sz="1500" dirty="0" err="1"/>
              <a:t>eng</a:t>
            </a:r>
            <a:r>
              <a:rPr lang="en-US" altLang="zh-CN" sz="1500" dirty="0"/>
              <a:t>,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[i].chi,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[i].mat,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[i].all, </a:t>
            </a:r>
            <a:r>
              <a:rPr lang="en-US" altLang="zh-CN" sz="1500" dirty="0" err="1"/>
              <a:t>stu</a:t>
            </a:r>
            <a:r>
              <a:rPr lang="en-US" altLang="zh-CN" sz="1500" dirty="0"/>
              <a:t>[i].sum);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	}</a:t>
            </a:r>
            <a:endParaRPr lang="en-US" altLang="zh-CN" sz="1500" dirty="0"/>
          </a:p>
          <a:p>
            <a:pPr>
              <a:lnSpc>
                <a:spcPct val="90000"/>
              </a:lnSpc>
            </a:pPr>
            <a:r>
              <a:rPr lang="en-US" altLang="zh-CN" sz="1500" dirty="0"/>
              <a:t>}</a:t>
            </a:r>
            <a:endParaRPr lang="en-US" altLang="zh-CN" sz="15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881040" y="1422000"/>
              <a:ext cx="572040" cy="125784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881040" y="1422000"/>
                <a:ext cx="572040" cy="12578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00253" y="3013501"/>
            <a:ext cx="572464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800" b="1" dirty="0">
                <a:solidFill>
                  <a:srgbClr val="FF0000"/>
                </a:solidFill>
              </a:rPr>
              <a:t>祝愿大家取得好成绩</a:t>
            </a:r>
            <a:endParaRPr lang="zh-CN" altLang="en-US" sz="4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4093</Words>
  <Application>WPS 演示</Application>
  <PresentationFormat>全屏显示(4:3)</PresentationFormat>
  <Paragraphs>354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Arial</vt:lpstr>
      <vt:lpstr>宋体</vt:lpstr>
      <vt:lpstr>Wingdings</vt:lpstr>
      <vt:lpstr>微软雅黑</vt:lpstr>
      <vt:lpstr>Segoe UI</vt:lpstr>
      <vt:lpstr>Calibri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opc_user</dc:creator>
  <cp:lastModifiedBy>兰雁翔</cp:lastModifiedBy>
  <cp:revision>596</cp:revision>
  <dcterms:created xsi:type="dcterms:W3CDTF">2016-08-18T14:34:00Z</dcterms:created>
  <dcterms:modified xsi:type="dcterms:W3CDTF">2026-09-13T14:23:23Z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218BE180F46348218F52CB90604E9B4B_13</vt:lpwstr>
  </property>
  <property fmtid="{D5CDD505-2E9C-101B-9397-08002B2CF9AE}" pid="3" name="KSOProductBuildVer">
    <vt:lpwstr>2052-12.1.0.28043</vt:lpwstr>
  </property>
</Properties>
</file>
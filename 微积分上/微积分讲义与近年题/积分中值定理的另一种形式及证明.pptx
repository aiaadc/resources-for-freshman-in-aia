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348" r:id="rId3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3" userDrawn="1">
          <p15:clr>
            <a:srgbClr val="A4A3A4"/>
          </p15:clr>
        </p15:guide>
        <p15:guide id="2" pos="401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570F"/>
    <a:srgbClr val="EAE5EB"/>
    <a:srgbClr val="E0E5EB"/>
    <a:srgbClr val="45A5ED"/>
    <a:srgbClr val="D60093"/>
    <a:srgbClr val="F2C044"/>
    <a:srgbClr val="5EA3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96" y="72"/>
      </p:cViewPr>
      <p:guideLst>
        <p:guide orient="horz" pos="2483"/>
        <p:guide pos="401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ommentAuthors" Target="commentAuthors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5.xml"/><Relationship Id="rId8" Type="http://schemas.openxmlformats.org/officeDocument/2006/relationships/tags" Target="../tags/tag4.xml"/><Relationship Id="rId7" Type="http://schemas.openxmlformats.org/officeDocument/2006/relationships/image" Target="../media/image3.png"/><Relationship Id="rId6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1.png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7" Type="http://schemas.openxmlformats.org/officeDocument/2006/relationships/image" Target="../media/image6.png"/><Relationship Id="rId6" Type="http://schemas.openxmlformats.org/officeDocument/2006/relationships/tags" Target="../tags/tag9.xml"/><Relationship Id="rId5" Type="http://schemas.openxmlformats.org/officeDocument/2006/relationships/image" Target="../media/image5.png"/><Relationship Id="rId4" Type="http://schemas.openxmlformats.org/officeDocument/2006/relationships/tags" Target="../tags/tag8.xml"/><Relationship Id="rId3" Type="http://schemas.openxmlformats.org/officeDocument/2006/relationships/image" Target="../media/image1.png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tags" Target="../tags/tag12.xml"/><Relationship Id="rId3" Type="http://schemas.openxmlformats.org/officeDocument/2006/relationships/image" Target="../media/image1.png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tags" Target="../tags/tag14.xml"/><Relationship Id="rId3" Type="http://schemas.openxmlformats.org/officeDocument/2006/relationships/image" Target="../media/image1.png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image" Target="../media/image8.png"/><Relationship Id="rId4" Type="http://schemas.openxmlformats.org/officeDocument/2006/relationships/tags" Target="../tags/tag16.xml"/><Relationship Id="rId3" Type="http://schemas.openxmlformats.org/officeDocument/2006/relationships/image" Target="../media/image1.png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tags" Target="../tags/tag18.xml"/><Relationship Id="rId3" Type="http://schemas.openxmlformats.org/officeDocument/2006/relationships/image" Target="../media/image1.png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tags" Target="../tags/tag20.xml"/><Relationship Id="rId3" Type="http://schemas.openxmlformats.org/officeDocument/2006/relationships/image" Target="../media/image1.png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7.png"/><Relationship Id="rId4" Type="http://schemas.openxmlformats.org/officeDocument/2006/relationships/tags" Target="../tags/tag22.xml"/><Relationship Id="rId3" Type="http://schemas.openxmlformats.org/officeDocument/2006/relationships/image" Target="../media/image1.png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image" Target="../media/image10.png"/><Relationship Id="rId6" Type="http://schemas.openxmlformats.org/officeDocument/2006/relationships/tags" Target="../tags/tag25.xml"/><Relationship Id="rId5" Type="http://schemas.openxmlformats.org/officeDocument/2006/relationships/image" Target="../media/image9.png"/><Relationship Id="rId4" Type="http://schemas.openxmlformats.org/officeDocument/2006/relationships/tags" Target="../tags/tag24.xml"/><Relationship Id="rId3" Type="http://schemas.openxmlformats.org/officeDocument/2006/relationships/image" Target="../media/image1.png"/><Relationship Id="rId2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image" Target="../media/image7.png"/><Relationship Id="rId4" Type="http://schemas.openxmlformats.org/officeDocument/2006/relationships/tags" Target="../tags/tag29.xml"/><Relationship Id="rId3" Type="http://schemas.openxmlformats.org/officeDocument/2006/relationships/image" Target="../media/image1.png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image" Target="../media/image1.png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image" Target="../media/image1.png"/><Relationship Id="rId2" Type="http://schemas.openxmlformats.org/officeDocument/2006/relationships/tags" Target="../tags/tag41.xml"/><Relationship Id="rId10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55.xml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image" Target="../media/image1.png"/><Relationship Id="rId2" Type="http://schemas.openxmlformats.org/officeDocument/2006/relationships/tags" Target="../tags/tag49.xml"/><Relationship Id="rId10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1.png"/><Relationship Id="rId2" Type="http://schemas.openxmlformats.org/officeDocument/2006/relationships/tags" Target="../tags/tag57.xml"/><Relationship Id="rId10" Type="http://schemas.openxmlformats.org/officeDocument/2006/relationships/tags" Target="../tags/tag64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image" Target="../media/image1.png"/><Relationship Id="rId2" Type="http://schemas.openxmlformats.org/officeDocument/2006/relationships/tags" Target="../tags/tag6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81.xml"/><Relationship Id="rId8" Type="http://schemas.openxmlformats.org/officeDocument/2006/relationships/tags" Target="../tags/tag80.xml"/><Relationship Id="rId7" Type="http://schemas.openxmlformats.org/officeDocument/2006/relationships/tags" Target="../tags/tag79.xml"/><Relationship Id="rId6" Type="http://schemas.openxmlformats.org/officeDocument/2006/relationships/tags" Target="../tags/tag78.xml"/><Relationship Id="rId5" Type="http://schemas.openxmlformats.org/officeDocument/2006/relationships/tags" Target="../tags/tag77.xml"/><Relationship Id="rId4" Type="http://schemas.openxmlformats.org/officeDocument/2006/relationships/tags" Target="../tags/tag76.xml"/><Relationship Id="rId3" Type="http://schemas.openxmlformats.org/officeDocument/2006/relationships/image" Target="../media/image1.png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2622" cy="6858622"/>
          </a:xfrm>
          <a:prstGeom prst="rect">
            <a:avLst/>
          </a:prstGeom>
        </p:spPr>
      </p:pic>
      <p:pic>
        <p:nvPicPr>
          <p:cNvPr id="2" name="图片 1" descr="封面素材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545465" y="680438"/>
            <a:ext cx="11076940" cy="5486328"/>
          </a:xfrm>
          <a:prstGeom prst="rect">
            <a:avLst/>
          </a:prstGeom>
        </p:spPr>
      </p:pic>
      <p:pic>
        <p:nvPicPr>
          <p:cNvPr id="5" name="图片 4" descr="封面素材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6543916" y="914716"/>
            <a:ext cx="4914646" cy="5951857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标题 1"/>
          <p:cNvSpPr/>
          <p:nvPr>
            <p:ph type="ctrTitle" idx="1" hasCustomPrompt="1"/>
            <p:custDataLst>
              <p:tags r:id="rId8"/>
            </p:custDataLst>
          </p:nvPr>
        </p:nvSpPr>
        <p:spPr>
          <a:xfrm>
            <a:off x="1987550" y="2143595"/>
            <a:ext cx="8216900" cy="1120140"/>
          </a:xfrm>
          <a:noFill/>
        </p:spPr>
        <p:txBody>
          <a:bodyPr vert="horz" wrap="square" lIns="101600" tIns="0" rIns="76200" bIns="0" rtlCol="0" anchor="b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500" b="0" i="0" u="none" strike="noStrike" kern="1200" cap="none" spc="0" normalizeH="0" baseline="0" noProof="1" dirty="0">
                <a:solidFill>
                  <a:schemeClr val="dk1"/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汉仪大宋简" panose="00020600040101010101" charset="-122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6" name="副标题 2"/>
          <p:cNvSpPr/>
          <p:nvPr>
            <p:ph type="subTitle" idx="2" hasCustomPrompt="1"/>
            <p:custDataLst>
              <p:tags r:id="rId9"/>
            </p:custDataLst>
          </p:nvPr>
        </p:nvSpPr>
        <p:spPr>
          <a:xfrm>
            <a:off x="1987550" y="3334855"/>
            <a:ext cx="8216900" cy="703280"/>
          </a:xfrm>
        </p:spPr>
        <p:txBody>
          <a:bodyPr vert="horz" wrap="square" lIns="101600" tIns="0" rIns="82550" bIns="0" rtlCol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000" b="0" i="0" u="none" strike="noStrike" kern="1200" cap="none" spc="800" normalizeH="0" baseline="0" noProof="1" dirty="0">
                <a:solidFill>
                  <a:schemeClr val="dk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3194" cy="6858000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375" y="952500"/>
            <a:ext cx="11442700" cy="5388610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8" name="图片 17" descr="logo"/>
          <p:cNvPicPr>
            <a:picLocks noChangeAspect="1"/>
          </p:cNvPicPr>
          <p:nvPr userDrawn="1"/>
        </p:nvPicPr>
        <p:blipFill>
          <a:blip r:embed="rId4"/>
          <a:srcRect r="74092" b="-4178"/>
          <a:stretch>
            <a:fillRect/>
          </a:stretch>
        </p:blipFill>
        <p:spPr>
          <a:xfrm>
            <a:off x="11310620" y="6129655"/>
            <a:ext cx="833120" cy="728345"/>
          </a:xfrm>
          <a:prstGeom prst="rect">
            <a:avLst/>
          </a:prstGeom>
        </p:spPr>
      </p:pic>
      <p:sp>
        <p:nvSpPr>
          <p:cNvPr id="9" name="标题 1"/>
          <p:cNvSpPr>
            <a:spLocks noGrp="1"/>
          </p:cNvSpPr>
          <p:nvPr userDrawn="1"/>
        </p:nvSpPr>
        <p:spPr>
          <a:xfrm>
            <a:off x="9476105" y="6287770"/>
            <a:ext cx="1766570" cy="44196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隶书" panose="02010509060101010101" charset="-122"/>
                <a:ea typeface="隶书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olidFill>
                  <a:schemeClr val="bg2">
                    <a:lumMod val="75000"/>
                  </a:schemeClr>
                </a:solidFill>
                <a:sym typeface="+mn-ea"/>
              </a:rPr>
              <a:t>吴洁</a:t>
            </a:r>
            <a:r>
              <a:rPr lang="en-US" altLang="zh-CN" dirty="0">
                <a:solidFill>
                  <a:schemeClr val="bg2">
                    <a:lumMod val="75000"/>
                  </a:schemeClr>
                </a:solidFill>
                <a:sym typeface="+mn-ea"/>
              </a:rPr>
              <a:t> </a:t>
            </a:r>
            <a:r>
              <a:rPr dirty="0">
                <a:solidFill>
                  <a:schemeClr val="bg2">
                    <a:lumMod val="75000"/>
                  </a:schemeClr>
                </a:solidFill>
                <a:sym typeface="+mn-ea"/>
              </a:rPr>
              <a:t>制作</a:t>
            </a:r>
            <a:endParaRPr dirty="0">
              <a:solidFill>
                <a:schemeClr val="bg2">
                  <a:lumMod val="7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图片 1" descr="章节素材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825183" y="802478"/>
            <a:ext cx="10541635" cy="5253045"/>
          </a:xfrm>
          <a:prstGeom prst="rect">
            <a:avLst/>
          </a:prstGeom>
        </p:spPr>
      </p:pic>
      <p:pic>
        <p:nvPicPr>
          <p:cNvPr id="7" name="图片 6" descr="章节素材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1803400" y="1415731"/>
            <a:ext cx="3049043" cy="3975737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/>
          <p:nvPr>
            <p:ph type="ctrTitle" idx="1" hasCustomPrompt="1"/>
            <p:custDataLst>
              <p:tags r:id="rId8"/>
            </p:custDataLst>
          </p:nvPr>
        </p:nvSpPr>
        <p:spPr>
          <a:xfrm>
            <a:off x="6095999" y="2664593"/>
            <a:ext cx="3443954" cy="578718"/>
          </a:xfrm>
        </p:spPr>
        <p:txBody>
          <a:bodyPr vert="horz" wrap="square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900" b="0" i="0" u="none" strike="noStrike" kern="0" cap="none" spc="0" normalizeH="0" baseline="0" noProof="1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Arial" panose="020B0604020202020204" pitchFamily="34" charset="0"/>
                <a:ea typeface="汉仪趣黑简" panose="00020600040101010101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3194" cy="6858000"/>
          </a:xfrm>
          <a:prstGeom prst="rect">
            <a:avLst/>
          </a:prstGeom>
        </p:spPr>
      </p:pic>
      <p:pic>
        <p:nvPicPr>
          <p:cNvPr id="8" name="图片 7" descr="正文框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4897" y="235585"/>
            <a:ext cx="11727285" cy="639381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3194" cy="6858000"/>
          </a:xfrm>
          <a:prstGeom prst="rect">
            <a:avLst/>
          </a:prstGeom>
        </p:spPr>
      </p:pic>
      <p:pic>
        <p:nvPicPr>
          <p:cNvPr id="10" name="图片 9" descr="正文框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4897" y="235585"/>
            <a:ext cx="11727285" cy="639381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目录素材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625475" y="642285"/>
            <a:ext cx="10941050" cy="557343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3194" cy="6858000"/>
          </a:xfrm>
          <a:prstGeom prst="rect">
            <a:avLst/>
          </a:prstGeom>
        </p:spPr>
      </p:pic>
      <p:pic>
        <p:nvPicPr>
          <p:cNvPr id="8" name="图片 7" descr="正文框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4897" y="235585"/>
            <a:ext cx="11727285" cy="6393815"/>
          </a:xfrm>
          <a:prstGeom prst="rect">
            <a:avLst/>
          </a:prstGeom>
        </p:spPr>
      </p:pic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3194" cy="6858000"/>
          </a:xfrm>
          <a:prstGeom prst="rect">
            <a:avLst/>
          </a:prstGeom>
        </p:spPr>
      </p:pic>
      <p:pic>
        <p:nvPicPr>
          <p:cNvPr id="7" name="图片 6" descr="正文框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2357" y="232410"/>
            <a:ext cx="11727285" cy="6393815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pic>
        <p:nvPicPr>
          <p:cNvPr id="18" name="图片 17" descr="logo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9947" y="96144"/>
            <a:ext cx="3215765" cy="699354"/>
          </a:xfrm>
          <a:prstGeom prst="rect">
            <a:avLst/>
          </a:prstGeom>
        </p:spPr>
      </p:pic>
      <p:sp>
        <p:nvSpPr>
          <p:cNvPr id="9" name="标题 1"/>
          <p:cNvSpPr>
            <a:spLocks noGrp="1"/>
          </p:cNvSpPr>
          <p:nvPr userDrawn="1"/>
        </p:nvSpPr>
        <p:spPr>
          <a:xfrm>
            <a:off x="10439400" y="6287135"/>
            <a:ext cx="1566545" cy="441960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隶书" panose="02010509060101010101" charset="-122"/>
                <a:ea typeface="隶书" panose="0201050906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吴洁</a:t>
            </a:r>
            <a:r>
              <a:rPr dirty="0">
                <a:sym typeface="+mn-ea"/>
              </a:rPr>
              <a:t>制作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3194" cy="6858000"/>
          </a:xfrm>
          <a:prstGeom prst="rect">
            <a:avLst/>
          </a:prstGeom>
        </p:spPr>
      </p:pic>
      <p:pic>
        <p:nvPicPr>
          <p:cNvPr id="2" name="图片 1" descr="正文框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4897" y="235585"/>
            <a:ext cx="11727285" cy="6393815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2" y="-6032"/>
            <a:ext cx="12191436" cy="6857683"/>
          </a:xfrm>
          <a:prstGeom prst="rect">
            <a:avLst/>
          </a:prstGeom>
        </p:spPr>
      </p:pic>
      <p:pic>
        <p:nvPicPr>
          <p:cNvPr id="2" name="图片 1" descr="结束素材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/>
          <a:srcRect/>
          <a:stretch>
            <a:fillRect/>
          </a:stretch>
        </p:blipFill>
        <p:spPr>
          <a:xfrm>
            <a:off x="0" y="5626037"/>
            <a:ext cx="12192622" cy="1231963"/>
          </a:xfrm>
          <a:prstGeom prst="rect">
            <a:avLst/>
          </a:prstGeom>
        </p:spPr>
      </p:pic>
      <p:pic>
        <p:nvPicPr>
          <p:cNvPr id="7" name="图片 6" descr="结束素材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6303645" y="727399"/>
            <a:ext cx="5688317" cy="5402568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/>
          <p:nvPr>
            <p:ph type="title" idx="1" hasCustomPrompt="1"/>
            <p:custDataLst>
              <p:tags r:id="rId8"/>
            </p:custDataLst>
          </p:nvPr>
        </p:nvSpPr>
        <p:spPr>
          <a:xfrm>
            <a:off x="407035" y="2943217"/>
            <a:ext cx="6273800" cy="906780"/>
          </a:xfrm>
          <a:noFill/>
          <a:ln>
            <a:noFill/>
          </a:ln>
        </p:spPr>
        <p:txBody>
          <a:bodyPr vert="horz" wrap="square" lIns="0" tIns="38100" rIns="63500" bIns="381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4800" b="1" i="0" u="none" strike="noStrike" kern="1200" cap="none" spc="300" normalizeH="0" baseline="0" noProof="1" dirty="0">
                <a:solidFill>
                  <a:schemeClr val="dk1"/>
                </a:solidFill>
                <a:uFillTx/>
                <a:latin typeface="Arial" panose="020B0604020202020204" pitchFamily="34" charset="0"/>
                <a:ea typeface="汉仪趣黑简" panose="00020600040101010101" charset="-122"/>
                <a:cs typeface="微软雅黑" panose="020B0503020204020204" pitchFamily="34" charset="-122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  <a:endParaRPr>
              <a:sym typeface="+mn-ea"/>
            </a:endParaRPr>
          </a:p>
        </p:txBody>
      </p:sp>
      <p:sp>
        <p:nvSpPr>
          <p:cNvPr id="9" name="文本占位符 2"/>
          <p:cNvSpPr/>
          <p:nvPr>
            <p:ph type="body" idx="2" hasCustomPrompt="1"/>
            <p:custDataLst>
              <p:tags r:id="rId9"/>
            </p:custDataLst>
          </p:nvPr>
        </p:nvSpPr>
        <p:spPr>
          <a:xfrm>
            <a:off x="407035" y="1996119"/>
            <a:ext cx="6226908" cy="657299"/>
          </a:xfrm>
          <a:noFill/>
        </p:spPr>
        <p:txBody>
          <a:bodyPr vert="horz" wrap="square" lIns="0" tIns="0" rIns="82550" bIns="0" rtlCol="0" anchor="b" anchorCtr="0">
            <a:normAutofit/>
          </a:bodyPr>
          <a:lstStyle>
            <a:lvl1pPr marL="0" marR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2800" b="0" i="0" u="none" strike="noStrike" kern="1200" cap="none" spc="300" normalizeH="0" baseline="0" noProof="1" dirty="0">
                <a:solidFill>
                  <a:schemeClr val="dk1"/>
                </a:solidFill>
                <a:uFillTx/>
                <a:latin typeface="Arial" panose="020B0604020202020204" pitchFamily="34" charset="0"/>
                <a:ea typeface="汉仪君黑-35W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35" y="0"/>
            <a:ext cx="12193194" cy="6858000"/>
          </a:xfrm>
          <a:prstGeom prst="rect">
            <a:avLst/>
          </a:prstGeom>
        </p:spPr>
      </p:pic>
      <p:pic>
        <p:nvPicPr>
          <p:cNvPr id="6" name="图片 5" descr="正文框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34897" y="235585"/>
            <a:ext cx="11727285" cy="639381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6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0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背景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dk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3" Type="http://schemas.openxmlformats.org/officeDocument/2006/relationships/theme" Target="../theme/theme1.xml"/><Relationship Id="rId22" Type="http://schemas.openxmlformats.org/officeDocument/2006/relationships/tags" Target="../tags/tag84.xml"/><Relationship Id="rId21" Type="http://schemas.openxmlformats.org/officeDocument/2006/relationships/tags" Target="../tags/tag83.xml"/><Relationship Id="rId20" Type="http://schemas.openxmlformats.org/officeDocument/2006/relationships/tags" Target="../tags/tag82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君黑-35W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君黑-35W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image" Target="../media/image1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r="13154" b="-22524"/>
          <a:stretch>
            <a:fillRect/>
          </a:stretch>
        </p:blipFill>
        <p:spPr>
          <a:xfrm>
            <a:off x="751387" y="1108370"/>
            <a:ext cx="10748437" cy="114246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rcRect r="37718" b="-4473"/>
          <a:stretch>
            <a:fillRect/>
          </a:stretch>
        </p:blipFill>
        <p:spPr>
          <a:xfrm>
            <a:off x="751387" y="2163399"/>
            <a:ext cx="7708310" cy="974152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rcRect r="48634" b="-4473"/>
          <a:stretch>
            <a:fillRect/>
          </a:stretch>
        </p:blipFill>
        <p:spPr>
          <a:xfrm>
            <a:off x="962269" y="3006926"/>
            <a:ext cx="6357307" cy="97415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rcRect r="56337" b="-8626"/>
          <a:stretch>
            <a:fillRect/>
          </a:stretch>
        </p:blipFill>
        <p:spPr>
          <a:xfrm>
            <a:off x="3423383" y="3921161"/>
            <a:ext cx="5404010" cy="101287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/>
          <a:srcRect r="42689" b="-26837"/>
          <a:stretch>
            <a:fillRect/>
          </a:stretch>
        </p:blipFill>
        <p:spPr>
          <a:xfrm>
            <a:off x="891561" y="5257779"/>
            <a:ext cx="7093135" cy="11826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6*i*1"/>
  <p:tag name="KSO_WM_BEAUTIFY_FLAG" val="#wm#"/>
  <p:tag name="KSO_WM_TAG_VERSION" val="1.0"/>
  <p:tag name="KSO_WM_CHIP_GROUPID" val="61e90f30ed82453644596865"/>
  <p:tag name="KSO_WM_CHIP_XID" val="61f0fb08ed824536445b8d40"/>
  <p:tag name="KSO_WM_UNIT_DEC_AREA_ID" val="4ca0a103ae9a41c6aa25e3c0e8c4d3e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2db3d9fd1324d55a8c16777f83a792a"/>
</p:tagLst>
</file>

<file path=ppt/tags/tag2.xml><?xml version="1.0" encoding="utf-8"?>
<p:tagLst xmlns:p="http://schemas.openxmlformats.org/presentationml/2006/main">
  <p:tag name="KSO_WM_UNIT_SUBTYPE" val="w"/>
  <p:tag name="KSO_WM_TEMPLATE_CATEGORY" val="chip"/>
  <p:tag name="KSO_WM_TEMPLATE_INDEX" val="20221511"/>
  <p:tag name="KSO_WM_UNIT_TYPE" val="i"/>
  <p:tag name="KSO_WM_UNIT_INDEX" val="1"/>
  <p:tag name="KSO_WM_UNIT_ID" val="chip20221511_7*i*1"/>
  <p:tag name="KSO_WM_BEAUTIFY_FLAG" val="#wm#"/>
  <p:tag name="KSO_WM_TAG_VERSION" val="1.0"/>
  <p:tag name="KSO_WM_CHIP_GROUPID" val="61e90f30ed82453644596865"/>
  <p:tag name="KSO_WM_CHIP_XID" val="61f0fb08ed824536445b8d08"/>
  <p:tag name="KSO_WM_UNIT_DEC_AREA_ID" val="587dea9aaa32429c819df4f7f4389ef2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c91e067ddda14fb9a521910e64dd4743"/>
</p:tagLst>
</file>

<file path=ppt/tags/tag3.xml><?xml version="1.0" encoding="utf-8"?>
<p:tagLst xmlns:p="http://schemas.openxmlformats.org/presentationml/2006/main">
  <p:tag name="KSO_WM_UNIT_SUBTYPE" val="u"/>
  <p:tag name="KSO_WM_TEMPLATE_CATEGORY" val="chip"/>
  <p:tag name="KSO_WM_TEMPLATE_INDEX" val="20221511"/>
  <p:tag name="KSO_WM_UNIT_TYPE" val="i"/>
  <p:tag name="KSO_WM_UNIT_INDEX" val="1"/>
  <p:tag name="KSO_WM_UNIT_ID" val="chip20221511_8*i*1"/>
  <p:tag name="KSO_WM_BEAUTIFY_FLAG" val="#wm#"/>
  <p:tag name="KSO_WM_TAG_VERSION" val="1.0"/>
  <p:tag name="KSO_WM_CHIP_GROUPID" val="61e90f30ed82453644596865"/>
  <p:tag name="KSO_WM_CHIP_XID" val="61f0fb08ed824536445b8d2a"/>
  <p:tag name="KSO_WM_UNIT_DEC_AREA_ID" val="9b548775364a4047a490db98e5a40928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18ab1cd30be40d48183fca6cdc30f41"/>
</p:tagLst>
</file>

<file path=ppt/tags/tag4.xml><?xml version="1.0" encoding="utf-8"?>
<p:tagLst xmlns:p="http://schemas.openxmlformats.org/presentationml/2006/main">
  <p:tag name="KSO_WM_UNIT_DEFAULT_FONT" val="66;72;2"/>
  <p:tag name="KSO_WM_UNIT_BLOCK" val="0"/>
  <p:tag name="KSO_WM_UNIT_DEC_AREA_ID" val="25a88d22eac84c9a904dee6196c449cb"/>
  <p:tag name="KSO_WM_UNIT_ISCONTENTSTITLE" val="0"/>
  <p:tag name="KSO_WM_UNIT_ISNUMDGMTITLE" val="0"/>
  <p:tag name="KSO_WM_UNIT_PRESET_TEXT" val="卡通风格学期汇报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511_1*a*1"/>
  <p:tag name="KSO_WM_TEMPLATE_CATEGORY" val="custom"/>
  <p:tag name="KSO_WM_TEMPLATE_INDEX" val="20221511"/>
  <p:tag name="KSO_WM_UNIT_LAYERLEVEL" val="1"/>
  <p:tag name="KSO_WM_TAG_VERSION" val="1.0"/>
  <p:tag name="KSO_WM_BEAUTIFY_FLAG" val="#wm#"/>
  <p:tag name="KSO_WM_CHIP_GROUPID" val="61888f3804b8904ebc64542d"/>
  <p:tag name="KSO_WM_CHIP_XID" val="61888f3804b8904ebc64542a"/>
  <p:tag name="KSO_WM_CHIP_FILLAREA_FILL_RULE" val="{&quot;fill_align&quot;:&quot;cm&quot;,&quot;fill_mode&quot;:&quot;adaptive&quot;,&quot;sacle_strategy&quot;:&quot;smart&quot;}"/>
  <p:tag name="KSO_WM_ASSEMBLE_CHIP_INDEX" val="43d0f6b5363c42f881765fcdd212b1b0"/>
  <p:tag name="KSO_WM_UNIT_TEXT_FILL_FORE_SCHEMECOLOR_INDEX_BRIGHTNESS" val="0"/>
  <p:tag name="KSO_WM_UNIT_TEXT_FILL_FORE_SCHEMECOLOR_INDEX" val="13"/>
  <p:tag name="KSO_WM_UNIT_TEXT_FILL_TYPE" val="1"/>
  <p:tag name="KSO_WM_TEMPLATE_ASSEMBLE_XID" val="62144b9b885c969e0bd3f1e2"/>
  <p:tag name="KSO_WM_TEMPLATE_ASSEMBLE_GROUPID" val="61e90f30ed82453644596865"/>
</p:tagLst>
</file>

<file path=ppt/tags/tag5.xml><?xml version="1.0" encoding="utf-8"?>
<p:tagLst xmlns:p="http://schemas.openxmlformats.org/presentationml/2006/main">
  <p:tag name="KSO_WM_UNIT_DEFAULT_FONT" val="18;20;2"/>
  <p:tag name="KSO_WM_UNIT_BLOCK" val="0"/>
  <p:tag name="KSO_WM_UNIT_DEC_AREA_ID" val="5569fae2e72340b981cea83d5dd1a9a4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1511_1*b*1"/>
  <p:tag name="KSO_WM_TEMPLATE_CATEGORY" val="custom"/>
  <p:tag name="KSO_WM_TEMPLATE_INDEX" val="2022151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副标题"/>
  <p:tag name="KSO_WM_UNIT_NOCLEAR" val="0"/>
  <p:tag name="KSO_WM_UNIT_VALUE" val="70"/>
  <p:tag name="KSO_WM_CHIP_GROUPID" val="61888f3804b8904ebc64542d"/>
  <p:tag name="KSO_WM_CHIP_XID" val="61888f3804b8904ebc64542a"/>
  <p:tag name="KSO_WM_CHIP_FILLAREA_FILL_RULE" val="{&quot;fill_align&quot;:&quot;cm&quot;,&quot;fill_mode&quot;:&quot;adaptive&quot;,&quot;sacle_strategy&quot;:&quot;smart&quot;}"/>
  <p:tag name="KSO_WM_ASSEMBLE_CHIP_INDEX" val="43d0f6b5363c42f881765fcdd212b1b0"/>
  <p:tag name="KSO_WM_UNIT_TEXT_FILL_FORE_SCHEMECOLOR_INDEX_BRIGHTNESS" val="0"/>
  <p:tag name="KSO_WM_UNIT_TEXT_FILL_FORE_SCHEMECOLOR_INDEX" val="13"/>
  <p:tag name="KSO_WM_UNIT_TEXT_FILL_TYPE" val="1"/>
  <p:tag name="KSO_WM_TEMPLATE_ASSEMBLE_XID" val="62144b9b885c969e0bd3f1e2"/>
  <p:tag name="KSO_WM_TEMPLATE_ASSEMBLE_GROUPID" val="61e90f30ed82453644596865"/>
</p:tagLst>
</file>

<file path=ppt/tags/tag6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12*i*1"/>
  <p:tag name="KSO_WM_BEAUTIFY_FLAG" val="#wm#"/>
  <p:tag name="KSO_WM_TAG_VERSION" val="1.0"/>
  <p:tag name="KSO_WM_CHIP_GROUPID" val="61e90f30ed82453644596865"/>
  <p:tag name="KSO_WM_CHIP_XID" val="61f0fb08ed824536445b8ce9"/>
  <p:tag name="KSO_WM_UNIT_DEC_AREA_ID" val="9ad2b9b75c424feead05b641630368a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282aeec4535c4bb4b2cc093ddf7f76a5"/>
</p:tagLst>
</file>

<file path=ppt/tags/tag7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3*i*1"/>
  <p:tag name="KSO_WM_BEAUTIFY_FLAG" val="#wm#"/>
  <p:tag name="KSO_WM_TAG_VERSION" val="1.0"/>
  <p:tag name="KSO_WM_CHIP_GROUPID" val="61e90f30ed82453644596865"/>
  <p:tag name="KSO_WM_CHIP_XID" val="61f0fb08ed824536445b8cb3"/>
  <p:tag name="KSO_WM_UNIT_DEC_AREA_ID" val="ccc55d635cdd4215b3843ea219310a4b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0a3398f1f264993b8863baa90bdb2d5"/>
</p:tagLst>
</file>

<file path=ppt/tags/tag8.xml><?xml version="1.0" encoding="utf-8"?>
<p:tagLst xmlns:p="http://schemas.openxmlformats.org/presentationml/2006/main">
  <p:tag name="KSO_WM_UNIT_SUBTYPE" val="w"/>
  <p:tag name="KSO_WM_TEMPLATE_CATEGORY" val="chip"/>
  <p:tag name="KSO_WM_TEMPLATE_INDEX" val="20221511"/>
  <p:tag name="KSO_WM_UNIT_TYPE" val="i"/>
  <p:tag name="KSO_WM_UNIT_INDEX" val="1"/>
  <p:tag name="KSO_WM_UNIT_ID" val="chip20221511_4*i*1"/>
  <p:tag name="KSO_WM_BEAUTIFY_FLAG" val="#wm#"/>
  <p:tag name="KSO_WM_TAG_VERSION" val="1.0"/>
  <p:tag name="KSO_WM_CHIP_GROUPID" val="61e90f30ed82453644596865"/>
  <p:tag name="KSO_WM_CHIP_XID" val="61f0fb08ed824536445b8c74"/>
  <p:tag name="KSO_WM_UNIT_DEC_AREA_ID" val="512103f1dc384e558148952f4a5c9eb8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c97253c2fc8439bb84d42074cd6a246"/>
</p:tagLst>
</file>

<file path=ppt/tags/tag9.xml><?xml version="1.0" encoding="utf-8"?>
<p:tagLst xmlns:p="http://schemas.openxmlformats.org/presentationml/2006/main">
  <p:tag name="KSO_WM_UNIT_SUBTYPE" val="r"/>
  <p:tag name="KSO_WM_TEMPLATE_CATEGORY" val="chip"/>
  <p:tag name="KSO_WM_TEMPLATE_INDEX" val="20221511"/>
  <p:tag name="KSO_WM_UNIT_TYPE" val="i"/>
  <p:tag name="KSO_WM_UNIT_INDEX" val="1"/>
  <p:tag name="KSO_WM_UNIT_ID" val="chip20221511_5*i*1"/>
  <p:tag name="KSO_WM_BEAUTIFY_FLAG" val="#wm#"/>
  <p:tag name="KSO_WM_TAG_VERSION" val="1.0"/>
  <p:tag name="KSO_WM_CHIP_GROUPID" val="61e90f30ed82453644596865"/>
  <p:tag name="KSO_WM_CHIP_XID" val="61f0fb08ed824536445b8c83"/>
  <p:tag name="KSO_WM_UNIT_DEC_AREA_ID" val="3037009d817d401fb558926a2df1f598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9b32337b9d54a2a81e68e3f03d391f0"/>
</p:tagLst>
</file>

<file path=ppt/tags/tag10.xml><?xml version="1.0" encoding="utf-8"?>
<p:tagLst xmlns:p="http://schemas.openxmlformats.org/presentationml/2006/main">
  <p:tag name="KSO_WM_UNIT_DEFAULT_FONT" val="28;32;2"/>
  <p:tag name="KSO_WM_UNIT_BLOCK" val="0"/>
  <p:tag name="KSO_WM_UNIT_DEC_AREA_ID" val="92615b216ce540cbba3ed0dd464f7415"/>
  <p:tag name="KSO_WM_UNIT_ISCONTENTSTITLE" val="0"/>
  <p:tag name="KSO_WM_UNIT_ISNUMDGMTITLE" val="0"/>
  <p:tag name="KSO_WM_UNIT_PRESET_TEXT" val="添加标题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511_1*a*1"/>
  <p:tag name="KSO_WM_TEMPLATE_CATEGORY" val="custom"/>
  <p:tag name="KSO_WM_TEMPLATE_INDEX" val="20221511"/>
  <p:tag name="KSO_WM_UNIT_LAYERLEVEL" val="1"/>
  <p:tag name="KSO_WM_TAG_VERSION" val="1.0"/>
  <p:tag name="KSO_WM_BEAUTIFY_FLAG" val="#wm#"/>
  <p:tag name="KSO_WM_CHIP_GROUPID" val="619e05f656c5b5f57912a92a"/>
  <p:tag name="KSO_WM_CHIP_XID" val="619e05f656c5b5f57912a927"/>
  <p:tag name="KSO_WM_CHIP_FILLAREA_FILL_RULE" val="{&quot;fill_align&quot;:&quot;lm&quot;,&quot;fill_mode&quot;:&quot;fix&quot;,&quot;sacle_strategy&quot;:&quot;smart&quot;}"/>
  <p:tag name="KSO_WM_ASSEMBLE_CHIP_INDEX" val="6b52f13e399f443d9b5087e7e8f5b674"/>
  <p:tag name="KSO_WM_TEMPLATE_ASSEMBLE_XID" val="62144b9b885c969e0bd3f283"/>
  <p:tag name="KSO_WM_TEMPLATE_ASSEMBLE_GROUPID" val="61e90f30ed82453644596865"/>
</p:tagLst>
</file>

<file path=ppt/tags/tag11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12*i*1"/>
  <p:tag name="KSO_WM_BEAUTIFY_FLAG" val="#wm#"/>
  <p:tag name="KSO_WM_TAG_VERSION" val="1.0"/>
  <p:tag name="KSO_WM_CHIP_GROUPID" val="61e90f30ed82453644596865"/>
  <p:tag name="KSO_WM_CHIP_XID" val="61f0fb08ed824536445b8ce9"/>
  <p:tag name="KSO_WM_UNIT_DEC_AREA_ID" val="9ad2b9b75c424feead05b641630368a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282aeec4535c4bb4b2cc093ddf7f76a5"/>
</p:tagLst>
</file>

<file path=ppt/tags/tag12.xml><?xml version="1.0" encoding="utf-8"?>
<p:tagLst xmlns:p="http://schemas.openxmlformats.org/presentationml/2006/main">
  <p:tag name="KSO_WM_UNIT_SUBTYPE" val="w"/>
  <p:tag name="KSO_WM_TEMPLATE_CATEGORY" val="chip"/>
  <p:tag name="KSO_WM_TEMPLATE_INDEX" val="20221511"/>
  <p:tag name="KSO_WM_UNIT_TYPE" val="i"/>
  <p:tag name="KSO_WM_UNIT_INDEX" val="1"/>
  <p:tag name="KSO_WM_UNIT_ID" val="chip20221511_13*i*1"/>
  <p:tag name="KSO_WM_BEAUTIFY_FLAG" val="#wm#"/>
  <p:tag name="KSO_WM_TAG_VERSION" val="1.0"/>
  <p:tag name="KSO_WM_CHIP_GROUPID" val="61e90f30ed82453644596865"/>
  <p:tag name="KSO_WM_CHIP_XID" val="61f0fb08ed824536445b8cda"/>
  <p:tag name="KSO_WM_UNIT_DEC_AREA_ID" val="ce22b9e728b344dc96d3c2db609dded0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36e7599cd234bbfaa88f57ac4580cc8"/>
</p:tagLst>
</file>

<file path=ppt/tags/tag13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12*i*1"/>
  <p:tag name="KSO_WM_BEAUTIFY_FLAG" val="#wm#"/>
  <p:tag name="KSO_WM_TAG_VERSION" val="1.0"/>
  <p:tag name="KSO_WM_CHIP_GROUPID" val="61e90f30ed82453644596865"/>
  <p:tag name="KSO_WM_CHIP_XID" val="61f0fb08ed824536445b8ce9"/>
  <p:tag name="KSO_WM_UNIT_DEC_AREA_ID" val="9ad2b9b75c424feead05b641630368a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282aeec4535c4bb4b2cc093ddf7f76a5"/>
</p:tagLst>
</file>

<file path=ppt/tags/tag14.xml><?xml version="1.0" encoding="utf-8"?>
<p:tagLst xmlns:p="http://schemas.openxmlformats.org/presentationml/2006/main">
  <p:tag name="KSO_WM_UNIT_SUBTYPE" val="w"/>
  <p:tag name="KSO_WM_TEMPLATE_CATEGORY" val="chip"/>
  <p:tag name="KSO_WM_TEMPLATE_INDEX" val="20221511"/>
  <p:tag name="KSO_WM_UNIT_TYPE" val="i"/>
  <p:tag name="KSO_WM_UNIT_INDEX" val="1"/>
  <p:tag name="KSO_WM_UNIT_ID" val="chip20221511_13*i*1"/>
  <p:tag name="KSO_WM_BEAUTIFY_FLAG" val="#wm#"/>
  <p:tag name="KSO_WM_TAG_VERSION" val="1.0"/>
  <p:tag name="KSO_WM_CHIP_GROUPID" val="61e90f30ed82453644596865"/>
  <p:tag name="KSO_WM_CHIP_XID" val="61f0fb08ed824536445b8cda"/>
  <p:tag name="KSO_WM_UNIT_DEC_AREA_ID" val="ce22b9e728b344dc96d3c2db609dded0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36e7599cd234bbfaa88f57ac4580cc8"/>
</p:tagLst>
</file>

<file path=ppt/tags/tag15.xml><?xml version="1.0" encoding="utf-8"?>
<p:tagLst xmlns:p="http://schemas.openxmlformats.org/presentationml/2006/main">
  <p:tag name="KSO_WM_UNIT_SUBTYPE" val="r"/>
  <p:tag name="KSO_WM_TEMPLATE_CATEGORY" val="chip"/>
  <p:tag name="KSO_WM_TEMPLATE_INDEX" val="20221511"/>
  <p:tag name="KSO_WM_UNIT_TYPE" val="i"/>
  <p:tag name="KSO_WM_UNIT_INDEX" val="1"/>
  <p:tag name="KSO_WM_UNIT_ID" val="chip20221511_1*i*1"/>
  <p:tag name="KSO_WM_BEAUTIFY_FLAG" val="#wm#"/>
  <p:tag name="KSO_WM_TAG_VERSION" val="1.0"/>
  <p:tag name="KSO_WM_CHIP_GROUPID" val="61e90f30ed82453644596865"/>
  <p:tag name="KSO_WM_CHIP_XID" val="61f0fb08ed824536445b8ba2"/>
  <p:tag name="KSO_WM_UNIT_DEC_AREA_ID" val="47981c7bf8f544bdaf185218ae30334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9e37b54abce4e91a58d7dd74ae0e2f0"/>
</p:tagLst>
</file>

<file path=ppt/tags/tag16.xml><?xml version="1.0" encoding="utf-8"?>
<p:tagLst xmlns:p="http://schemas.openxmlformats.org/presentationml/2006/main">
  <p:tag name="KSO_WM_UNIT_SUBTYPE" val="w"/>
  <p:tag name="KSO_WM_TEMPLATE_CATEGORY" val="chip"/>
  <p:tag name="KSO_WM_TEMPLATE_INDEX" val="20221511"/>
  <p:tag name="KSO_WM_UNIT_TYPE" val="i"/>
  <p:tag name="KSO_WM_UNIT_INDEX" val="1"/>
  <p:tag name="KSO_WM_UNIT_ID" val="chip20221511_2*i*1"/>
  <p:tag name="KSO_WM_BEAUTIFY_FLAG" val="#wm#"/>
  <p:tag name="KSO_WM_TAG_VERSION" val="1.0"/>
  <p:tag name="KSO_WM_CHIP_GROUPID" val="61e90f30ed82453644596865"/>
  <p:tag name="KSO_WM_CHIP_XID" val="61f0fb08ed824536445b8b9a"/>
  <p:tag name="KSO_WM_UNIT_DEC_AREA_ID" val="a691d78f15af48589d5291bffabfa2fc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b71fcc1a0014f0f8b602799420e6aa9"/>
</p:tagLst>
</file>

<file path=ppt/tags/tag17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12*i*1"/>
  <p:tag name="KSO_WM_BEAUTIFY_FLAG" val="#wm#"/>
  <p:tag name="KSO_WM_TAG_VERSION" val="1.0"/>
  <p:tag name="KSO_WM_CHIP_GROUPID" val="61e90f30ed82453644596865"/>
  <p:tag name="KSO_WM_CHIP_XID" val="61f0fb08ed824536445b8ce9"/>
  <p:tag name="KSO_WM_UNIT_DEC_AREA_ID" val="9ad2b9b75c424feead05b641630368a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282aeec4535c4bb4b2cc093ddf7f76a5"/>
</p:tagLst>
</file>

<file path=ppt/tags/tag18.xml><?xml version="1.0" encoding="utf-8"?>
<p:tagLst xmlns:p="http://schemas.openxmlformats.org/presentationml/2006/main">
  <p:tag name="KSO_WM_UNIT_SUBTYPE" val="w"/>
  <p:tag name="KSO_WM_TEMPLATE_CATEGORY" val="chip"/>
  <p:tag name="KSO_WM_TEMPLATE_INDEX" val="20221511"/>
  <p:tag name="KSO_WM_UNIT_TYPE" val="i"/>
  <p:tag name="KSO_WM_UNIT_INDEX" val="1"/>
  <p:tag name="KSO_WM_UNIT_ID" val="chip20221511_13*i*1"/>
  <p:tag name="KSO_WM_BEAUTIFY_FLAG" val="#wm#"/>
  <p:tag name="KSO_WM_TAG_VERSION" val="1.0"/>
  <p:tag name="KSO_WM_CHIP_GROUPID" val="61e90f30ed82453644596865"/>
  <p:tag name="KSO_WM_CHIP_XID" val="61f0fb08ed824536445b8cda"/>
  <p:tag name="KSO_WM_UNIT_DEC_AREA_ID" val="ce22b9e728b344dc96d3c2db609dded0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36e7599cd234bbfaa88f57ac4580cc8"/>
</p:tagLst>
</file>

<file path=ppt/tags/tag19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12*i*1"/>
  <p:tag name="KSO_WM_BEAUTIFY_FLAG" val="#wm#"/>
  <p:tag name="KSO_WM_TAG_VERSION" val="1.0"/>
  <p:tag name="KSO_WM_CHIP_GROUPID" val="61e90f30ed82453644596865"/>
  <p:tag name="KSO_WM_CHIP_XID" val="61f0fb08ed824536445b8ce9"/>
  <p:tag name="KSO_WM_UNIT_DEC_AREA_ID" val="9ad2b9b75c424feead05b641630368a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282aeec4535c4bb4b2cc093ddf7f76a5"/>
</p:tagLst>
</file>

<file path=ppt/tags/tag20.xml><?xml version="1.0" encoding="utf-8"?>
<p:tagLst xmlns:p="http://schemas.openxmlformats.org/presentationml/2006/main">
  <p:tag name="KSO_WM_UNIT_SUBTYPE" val="w"/>
  <p:tag name="KSO_WM_TEMPLATE_CATEGORY" val="chip"/>
  <p:tag name="KSO_WM_TEMPLATE_INDEX" val="20221511"/>
  <p:tag name="KSO_WM_UNIT_TYPE" val="i"/>
  <p:tag name="KSO_WM_UNIT_INDEX" val="1"/>
  <p:tag name="KSO_WM_UNIT_ID" val="chip20221511_13*i*1"/>
  <p:tag name="KSO_WM_BEAUTIFY_FLAG" val="#wm#"/>
  <p:tag name="KSO_WM_TAG_VERSION" val="1.0"/>
  <p:tag name="KSO_WM_CHIP_GROUPID" val="61e90f30ed82453644596865"/>
  <p:tag name="KSO_WM_CHIP_XID" val="61f0fb08ed824536445b8cda"/>
  <p:tag name="KSO_WM_UNIT_DEC_AREA_ID" val="ce22b9e728b344dc96d3c2db609dded0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36e7599cd234bbfaa88f57ac4580cc8"/>
</p:tagLst>
</file>

<file path=ppt/tags/tag21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12*i*1"/>
  <p:tag name="KSO_WM_BEAUTIFY_FLAG" val="#wm#"/>
  <p:tag name="KSO_WM_TAG_VERSION" val="1.0"/>
  <p:tag name="KSO_WM_CHIP_GROUPID" val="61e90f30ed82453644596865"/>
  <p:tag name="KSO_WM_CHIP_XID" val="61f0fb08ed824536445b8ce9"/>
  <p:tag name="KSO_WM_UNIT_DEC_AREA_ID" val="9ad2b9b75c424feead05b641630368a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282aeec4535c4bb4b2cc093ddf7f76a5"/>
</p:tagLst>
</file>

<file path=ppt/tags/tag22.xml><?xml version="1.0" encoding="utf-8"?>
<p:tagLst xmlns:p="http://schemas.openxmlformats.org/presentationml/2006/main">
  <p:tag name="KSO_WM_UNIT_SUBTYPE" val="w"/>
  <p:tag name="KSO_WM_TEMPLATE_CATEGORY" val="chip"/>
  <p:tag name="KSO_WM_TEMPLATE_INDEX" val="20221511"/>
  <p:tag name="KSO_WM_UNIT_TYPE" val="i"/>
  <p:tag name="KSO_WM_UNIT_INDEX" val="1"/>
  <p:tag name="KSO_WM_UNIT_ID" val="chip20221511_13*i*1"/>
  <p:tag name="KSO_WM_BEAUTIFY_FLAG" val="#wm#"/>
  <p:tag name="KSO_WM_TAG_VERSION" val="1.0"/>
  <p:tag name="KSO_WM_CHIP_GROUPID" val="61e90f30ed82453644596865"/>
  <p:tag name="KSO_WM_CHIP_XID" val="61f0fb08ed824536445b8cda"/>
  <p:tag name="KSO_WM_UNIT_DEC_AREA_ID" val="ce22b9e728b344dc96d3c2db609dded0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36e7599cd234bbfaa88f57ac4580cc8"/>
</p:tagLst>
</file>

<file path=ppt/tags/tag23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9*i*1"/>
  <p:tag name="KSO_WM_BEAUTIFY_FLAG" val="#wm#"/>
  <p:tag name="KSO_WM_TAG_VERSION" val="1.0"/>
  <p:tag name="KSO_WM_CHIP_GROUPID" val="61e90f30ed82453644596865"/>
  <p:tag name="KSO_WM_CHIP_XID" val="61f0fb08ed824536445b8c3a"/>
  <p:tag name="KSO_WM_UNIT_DEC_AREA_ID" val="9f657fed8e3644bb8675be74923fa4d3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99c5ac475d044b39316aff386313bde"/>
</p:tagLst>
</file>

<file path=ppt/tags/tag24.xml><?xml version="1.0" encoding="utf-8"?>
<p:tagLst xmlns:p="http://schemas.openxmlformats.org/presentationml/2006/main">
  <p:tag name="KSO_WM_UNIT_SUBTYPE" val="w"/>
  <p:tag name="KSO_WM_TEMPLATE_CATEGORY" val="chip"/>
  <p:tag name="KSO_WM_TEMPLATE_INDEX" val="20221511"/>
  <p:tag name="KSO_WM_UNIT_TYPE" val="i"/>
  <p:tag name="KSO_WM_UNIT_INDEX" val="1"/>
  <p:tag name="KSO_WM_UNIT_ID" val="chip20221511_11*i*1"/>
  <p:tag name="KSO_WM_BEAUTIFY_FLAG" val="#wm#"/>
  <p:tag name="KSO_WM_TAG_VERSION" val="1.0"/>
  <p:tag name="KSO_WM_CHIP_GROUPID" val="61e90f30ed82453644596865"/>
  <p:tag name="KSO_WM_CHIP_XID" val="61f0fb08ed824536445b8c10"/>
  <p:tag name="KSO_WM_UNIT_DEC_AREA_ID" val="f793a2e65d794893be625583b8923773"/>
  <p:tag name="KSO_WM_CHIP_FILLAREA_FILL_RULE" val="{&quot;fill_align&quot;:&quot;c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3e204d09671d48eab483f886a2a5e341"/>
</p:tagLst>
</file>

<file path=ppt/tags/tag25.xml><?xml version="1.0" encoding="utf-8"?>
<p:tagLst xmlns:p="http://schemas.openxmlformats.org/presentationml/2006/main">
  <p:tag name="KSO_WM_UNIT_SUBTYPE" val="u"/>
  <p:tag name="KSO_WM_TEMPLATE_CATEGORY" val="chip"/>
  <p:tag name="KSO_WM_TEMPLATE_INDEX" val="20221511"/>
  <p:tag name="KSO_WM_UNIT_TYPE" val="i"/>
  <p:tag name="KSO_WM_UNIT_INDEX" val="1"/>
  <p:tag name="KSO_WM_UNIT_ID" val="chip20221511_10*i*1"/>
  <p:tag name="KSO_WM_BEAUTIFY_FLAG" val="#wm#"/>
  <p:tag name="KSO_WM_TAG_VERSION" val="1.0"/>
  <p:tag name="KSO_WM_CHIP_GROUPID" val="61e90f30ed82453644596865"/>
  <p:tag name="KSO_WM_CHIP_XID" val="61f0fb08ed824536445b8c2d"/>
  <p:tag name="KSO_WM_UNIT_DEC_AREA_ID" val="240cceed4c624f43a0c54bb8e32f4ac7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37ae305cca044dd96eb98379a3ae726"/>
</p:tagLst>
</file>

<file path=ppt/tags/tag26.xml><?xml version="1.0" encoding="utf-8"?>
<p:tagLst xmlns:p="http://schemas.openxmlformats.org/presentationml/2006/main">
  <p:tag name="KSO_WM_UNIT_ISCONTENTSTITLE" val="0"/>
  <p:tag name="KSO_WM_UNIT_ISNUMDGMTITLE" val="0"/>
  <p:tag name="KSO_WM_UNIT_PRESET_TEXT" val="演讲完毕，感谢观看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1511_1*a*1"/>
  <p:tag name="KSO_WM_TEMPLATE_CATEGORY" val="custom"/>
  <p:tag name="KSO_WM_TEMPLATE_INDEX" val="20221511"/>
  <p:tag name="KSO_WM_UNIT_LAYERLEVEL" val="1"/>
  <p:tag name="KSO_WM_TAG_VERSION" val="1.0"/>
  <p:tag name="KSO_WM_BEAUTIFY_FLAG" val="#wm#"/>
  <p:tag name="KSO_WM_UNIT_DEFAULT_FONT" val="44;48;2"/>
  <p:tag name="KSO_WM_UNIT_BLOCK" val="0"/>
  <p:tag name="KSO_WM_UNIT_DEC_AREA_ID" val="74b51786cf9a49849cd2b1d82aefdcda"/>
  <p:tag name="KSO_WM_CHIP_GROUPID" val="61726d5754cda7cf43af415e"/>
  <p:tag name="KSO_WM_CHIP_XID" val="61726d5754cda7cf43af415c"/>
  <p:tag name="KSO_WM_CHIP_FILLAREA_FILL_RULE" val="{&quot;fill_align&quot;:&quot;lm&quot;,&quot;fill_mode&quot;:&quot;adaptive&quot;,&quot;sacle_strategy&quot;:&quot;smart&quot;}"/>
  <p:tag name="KSO_WM_ASSEMBLE_CHIP_INDEX" val="606f337c94134af891106869f179944e"/>
  <p:tag name="KSO_WM_UNIT_TEXT_FILL_FORE_SCHEMECOLOR_INDEX_BRIGHTNESS" val="0"/>
  <p:tag name="KSO_WM_UNIT_TEXT_FILL_FORE_SCHEMECOLOR_INDEX" val="14"/>
  <p:tag name="KSO_WM_UNIT_TEXT_FILL_TYPE" val="1"/>
  <p:tag name="KSO_WM_TEMPLATE_ASSEMBLE_XID" val="62144b9bd5eb2dbc5c726582"/>
  <p:tag name="KSO_WM_TEMPLATE_ASSEMBLE_GROUPID" val="61e90f30ed82453644596865"/>
</p:tagLst>
</file>

<file path=ppt/tags/tag27.xml><?xml version="1.0" encoding="utf-8"?>
<p:tagLst xmlns:p="http://schemas.openxmlformats.org/presentationml/2006/main">
  <p:tag name="KSO_WM_UNIT_PRESET_TEXT" val="CLICK HERE TO ADD A TITLE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1511_1*b*1"/>
  <p:tag name="KSO_WM_TEMPLATE_CATEGORY" val="custom"/>
  <p:tag name="KSO_WM_TEMPLATE_INDEX" val="20221511"/>
  <p:tag name="KSO_WM_UNIT_LAYERLEVEL" val="1"/>
  <p:tag name="KSO_WM_TAG_VERSION" val="1.0"/>
  <p:tag name="KSO_WM_BEAUTIFY_FLAG" val="#wm#"/>
  <p:tag name="KSO_WM_UNIT_DEFAULT_FONT" val="18;26;2"/>
  <p:tag name="KSO_WM_UNIT_BLOCK" val="0"/>
  <p:tag name="KSO_WM_UNIT_DEC_AREA_ID" val="f56209bb38d44cea80d2b3482b2958e2"/>
  <p:tag name="KSO_WM_UNIT_ISCONTENTSTITLE" val="0"/>
  <p:tag name="KSO_WM_UNIT_ISNUMDGMTITLE" val="0"/>
  <p:tag name="KSO_WM_CHIP_GROUPID" val="61726d5754cda7cf43af415e"/>
  <p:tag name="KSO_WM_CHIP_XID" val="61726d5754cda7cf43af415c"/>
  <p:tag name="KSO_WM_CHIP_FILLAREA_FILL_RULE" val="{&quot;fill_align&quot;:&quot;lm&quot;,&quot;fill_mode&quot;:&quot;adaptive&quot;,&quot;sacle_strategy&quot;:&quot;smart&quot;}"/>
  <p:tag name="KSO_WM_ASSEMBLE_CHIP_INDEX" val="606f337c94134af891106869f179944e"/>
  <p:tag name="KSO_WM_UNIT_TEXT_FILL_FORE_SCHEMECOLOR_INDEX_BRIGHTNESS" val="0"/>
  <p:tag name="KSO_WM_UNIT_TEXT_FILL_FORE_SCHEMECOLOR_INDEX" val="14"/>
  <p:tag name="KSO_WM_UNIT_TEXT_FILL_TYPE" val="1"/>
  <p:tag name="KSO_WM_TEMPLATE_ASSEMBLE_XID" val="62144b9bd5eb2dbc5c726582"/>
  <p:tag name="KSO_WM_TEMPLATE_ASSEMBLE_GROUPID" val="61e90f30ed82453644596865"/>
</p:tagLst>
</file>

<file path=ppt/tags/tag28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12*i*1"/>
  <p:tag name="KSO_WM_BEAUTIFY_FLAG" val="#wm#"/>
  <p:tag name="KSO_WM_TAG_VERSION" val="1.0"/>
  <p:tag name="KSO_WM_CHIP_GROUPID" val="61e90f30ed82453644596865"/>
  <p:tag name="KSO_WM_CHIP_XID" val="61f0fb08ed824536445b8ce9"/>
  <p:tag name="KSO_WM_UNIT_DEC_AREA_ID" val="9ad2b9b75c424feead05b641630368a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282aeec4535c4bb4b2cc093ddf7f76a5"/>
  <p:tag name="KSO_WM_SLIDE_BACKGROUND_TYPE" val="general"/>
</p:tagLst>
</file>

<file path=ppt/tags/tag29.xml><?xml version="1.0" encoding="utf-8"?>
<p:tagLst xmlns:p="http://schemas.openxmlformats.org/presentationml/2006/main">
  <p:tag name="KSO_WM_UNIT_SUBTYPE" val="w"/>
  <p:tag name="KSO_WM_TEMPLATE_CATEGORY" val="chip"/>
  <p:tag name="KSO_WM_TEMPLATE_INDEX" val="20221511"/>
  <p:tag name="KSO_WM_UNIT_TYPE" val="i"/>
  <p:tag name="KSO_WM_UNIT_INDEX" val="1"/>
  <p:tag name="KSO_WM_UNIT_ID" val="chip20221511_13*i*1"/>
  <p:tag name="KSO_WM_BEAUTIFY_FLAG" val="#wm#"/>
  <p:tag name="KSO_WM_TAG_VERSION" val="1.0"/>
  <p:tag name="KSO_WM_CHIP_GROUPID" val="61e90f30ed82453644596865"/>
  <p:tag name="KSO_WM_CHIP_XID" val="61f0fb08ed824536445b8cda"/>
  <p:tag name="KSO_WM_UNIT_DEC_AREA_ID" val="ce22b9e728b344dc96d3c2db609dded0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36e7599cd234bbfaa88f57ac4580cc8"/>
  <p:tag name="KSO_WM_SLIDE_BACKGROUND_TYPE" val="general"/>
</p:tagLst>
</file>

<file path=ppt/tags/tag30.xml><?xml version="1.0" encoding="utf-8"?>
<p:tagLst xmlns:p="http://schemas.openxmlformats.org/presentationml/2006/main">
  <p:tag name="KSO_WM_SLIDE_BACKGROUND_TYPE" val="general"/>
</p:tagLst>
</file>

<file path=ppt/tags/tag31.xml><?xml version="1.0" encoding="utf-8"?>
<p:tagLst xmlns:p="http://schemas.openxmlformats.org/presentationml/2006/main">
  <p:tag name="KSO_WM_SLIDE_BACKGROUND_TYPE" val="general"/>
</p:tagLst>
</file>

<file path=ppt/tags/tag32.xml><?xml version="1.0" encoding="utf-8"?>
<p:tagLst xmlns:p="http://schemas.openxmlformats.org/presentationml/2006/main">
  <p:tag name="KSO_WM_SLIDE_BACKGROUND_TYPE" val="general"/>
</p:tagLst>
</file>

<file path=ppt/tags/tag33.xml><?xml version="1.0" encoding="utf-8"?>
<p:tagLst xmlns:p="http://schemas.openxmlformats.org/presentationml/2006/main">
  <p:tag name="KSO_WM_SLIDE_BACKGROUND_TYPE" val="general"/>
</p:tagLst>
</file>

<file path=ppt/tags/tag34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12*i*1"/>
  <p:tag name="KSO_WM_BEAUTIFY_FLAG" val="#wm#"/>
  <p:tag name="KSO_WM_TAG_VERSION" val="1.0"/>
  <p:tag name="KSO_WM_CHIP_GROUPID" val="61e90f30ed82453644596865"/>
  <p:tag name="KSO_WM_CHIP_XID" val="61f0fb08ed824536445b8ce9"/>
  <p:tag name="KSO_WM_UNIT_DEC_AREA_ID" val="f9b46f72867a4f5ba55d94ad5de5543d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b56b2ea4ed2d4e40ac08ef2f406f91d2"/>
  <p:tag name="KSO_WM_SLIDE_BACKGROUND_TYPE" val="frame"/>
</p:tagLst>
</file>

<file path=ppt/tags/tag3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286"/>
  <p:tag name="KSO_WM_CHIP_GROUPID" val="612f6a61c37455bdf62a9584"/>
  <p:tag name="KSO_WM_CHIP_XID" val="612f6a61c37455bdf62a9586"/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36.xml><?xml version="1.0" encoding="utf-8"?>
<p:tagLst xmlns:p="http://schemas.openxmlformats.org/presentationml/2006/main">
  <p:tag name="KSO_WM_SLIDE_BACKGROUND_TYPE" val="frame"/>
</p:tagLst>
</file>

<file path=ppt/tags/tag37.xml><?xml version="1.0" encoding="utf-8"?>
<p:tagLst xmlns:p="http://schemas.openxmlformats.org/presentationml/2006/main">
  <p:tag name="KSO_WM_SLIDE_BACKGROUND_TYPE" val="frame"/>
</p:tagLst>
</file>

<file path=ppt/tags/tag38.xml><?xml version="1.0" encoding="utf-8"?>
<p:tagLst xmlns:p="http://schemas.openxmlformats.org/presentationml/2006/main">
  <p:tag name="KSO_WM_SLIDE_BACKGROUND_TYPE" val="frame"/>
</p:tagLst>
</file>

<file path=ppt/tags/tag39.xml><?xml version="1.0" encoding="utf-8"?>
<p:tagLst xmlns:p="http://schemas.openxmlformats.org/presentationml/2006/main">
  <p:tag name="KSO_WM_SLIDE_BACKGROUND_TYPE" val="frame"/>
</p:tagLst>
</file>

<file path=ppt/tags/tag40.xml><?xml version="1.0" encoding="utf-8"?>
<p:tagLst xmlns:p="http://schemas.openxmlformats.org/presentationml/2006/main">
  <p:tag name="KSO_WM_SLIDE_BACKGROUND_TYPE" val="frame"/>
</p:tagLst>
</file>

<file path=ppt/tags/tag41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12*i*1"/>
  <p:tag name="KSO_WM_BEAUTIFY_FLAG" val="#wm#"/>
  <p:tag name="KSO_WM_TAG_VERSION" val="1.0"/>
  <p:tag name="KSO_WM_CHIP_GROUPID" val="61e90f30ed82453644596865"/>
  <p:tag name="KSO_WM_CHIP_XID" val="61f0fb08ed824536445b8ce9"/>
  <p:tag name="KSO_WM_UNIT_DEC_AREA_ID" val="6fd89a98236c4208bde183f51e40e6d6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d23f91feffda41a79dd1ada13e5be8a4"/>
  <p:tag name="KSO_WM_SLIDE_BACKGROUND_TYPE" val="leftRight"/>
</p:tagLst>
</file>

<file path=ppt/tags/tag4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7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43.xml><?xml version="1.0" encoding="utf-8"?>
<p:tagLst xmlns:p="http://schemas.openxmlformats.org/presentationml/2006/main">
  <p:tag name="KSO_WM_SLIDE_BACKGROUND_TYPE" val="leftRight"/>
</p:tagLst>
</file>

<file path=ppt/tags/tag44.xml><?xml version="1.0" encoding="utf-8"?>
<p:tagLst xmlns:p="http://schemas.openxmlformats.org/presentationml/2006/main">
  <p:tag name="KSO_WM_SLIDE_BACKGROUND_TYPE" val="leftRight"/>
</p:tagLst>
</file>

<file path=ppt/tags/tag45.xml><?xml version="1.0" encoding="utf-8"?>
<p:tagLst xmlns:p="http://schemas.openxmlformats.org/presentationml/2006/main">
  <p:tag name="KSO_WM_SLIDE_BACKGROUND_TYPE" val="leftRight"/>
</p:tagLst>
</file>

<file path=ppt/tags/tag46.xml><?xml version="1.0" encoding="utf-8"?>
<p:tagLst xmlns:p="http://schemas.openxmlformats.org/presentationml/2006/main">
  <p:tag name="KSO_WM_SLIDE_BACKGROUND_TYPE" val="leftRight"/>
</p:tagLst>
</file>

<file path=ppt/tags/tag47.xml><?xml version="1.0" encoding="utf-8"?>
<p:tagLst xmlns:p="http://schemas.openxmlformats.org/presentationml/2006/main">
  <p:tag name="KSO_WM_SLIDE_BACKGROUND_TYPE" val="leftRight"/>
</p:tagLst>
</file>

<file path=ppt/tags/tag48.xml><?xml version="1.0" encoding="utf-8"?>
<p:tagLst xmlns:p="http://schemas.openxmlformats.org/presentationml/2006/main">
  <p:tag name="KSO_WM_SLIDE_BACKGROUND_TYPE" val="leftRight"/>
</p:tagLst>
</file>

<file path=ppt/tags/tag49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12*i*1"/>
  <p:tag name="KSO_WM_BEAUTIFY_FLAG" val="#wm#"/>
  <p:tag name="KSO_WM_TAG_VERSION" val="1.0"/>
  <p:tag name="KSO_WM_CHIP_GROUPID" val="61e90f30ed82453644596865"/>
  <p:tag name="KSO_WM_CHIP_XID" val="61f0fb08ed824536445b8ce9"/>
  <p:tag name="KSO_WM_UNIT_DEC_AREA_ID" val="9a22b7f3f61941cc9439310183b3f0c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dead331ce3e7409997b1527c4897aa3e"/>
  <p:tag name="KSO_WM_SLIDE_BACKGROUND_TYPE" val="topBottom"/>
</p:tagLst>
</file>

<file path=ppt/tags/tag5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8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1.xml><?xml version="1.0" encoding="utf-8"?>
<p:tagLst xmlns:p="http://schemas.openxmlformats.org/presentationml/2006/main">
  <p:tag name="KSO_WM_SLIDE_BACKGROUND_TYPE" val="topBottom"/>
</p:tagLst>
</file>

<file path=ppt/tags/tag52.xml><?xml version="1.0" encoding="utf-8"?>
<p:tagLst xmlns:p="http://schemas.openxmlformats.org/presentationml/2006/main">
  <p:tag name="KSO_WM_SLIDE_BACKGROUND_TYPE" val="topBottom"/>
</p:tagLst>
</file>

<file path=ppt/tags/tag53.xml><?xml version="1.0" encoding="utf-8"?>
<p:tagLst xmlns:p="http://schemas.openxmlformats.org/presentationml/2006/main">
  <p:tag name="KSO_WM_SLIDE_BACKGROUND_TYPE" val="topBottom"/>
</p:tagLst>
</file>

<file path=ppt/tags/tag54.xml><?xml version="1.0" encoding="utf-8"?>
<p:tagLst xmlns:p="http://schemas.openxmlformats.org/presentationml/2006/main">
  <p:tag name="KSO_WM_SLIDE_BACKGROUND_TYPE" val="topBottom"/>
</p:tagLst>
</file>

<file path=ppt/tags/tag55.xml><?xml version="1.0" encoding="utf-8"?>
<p:tagLst xmlns:p="http://schemas.openxmlformats.org/presentationml/2006/main">
  <p:tag name="KSO_WM_SLIDE_BACKGROUND_TYPE" val="topBottom"/>
</p:tagLst>
</file>

<file path=ppt/tags/tag56.xml><?xml version="1.0" encoding="utf-8"?>
<p:tagLst xmlns:p="http://schemas.openxmlformats.org/presentationml/2006/main">
  <p:tag name="KSO_WM_SLIDE_BACKGROUND_TYPE" val="topBottom"/>
</p:tagLst>
</file>

<file path=ppt/tags/tag57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12*i*1"/>
  <p:tag name="KSO_WM_BEAUTIFY_FLAG" val="#wm#"/>
  <p:tag name="KSO_WM_TAG_VERSION" val="1.0"/>
  <p:tag name="KSO_WM_CHIP_GROUPID" val="61e90f30ed82453644596865"/>
  <p:tag name="KSO_WM_CHIP_XID" val="61f0fb08ed824536445b8ce9"/>
  <p:tag name="KSO_WM_UNIT_DEC_AREA_ID" val="87b3b65adfcd4c039b0b5722ac6a2c29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279b0e1f98d0451bb45b07d935a98d56"/>
  <p:tag name="KSO_WM_SLIDE_BACKGROUND_TYPE" val="bottomTop"/>
</p:tagLst>
</file>

<file path=ppt/tags/tag5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9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59.xml><?xml version="1.0" encoding="utf-8"?>
<p:tagLst xmlns:p="http://schemas.openxmlformats.org/presentationml/2006/main">
  <p:tag name="KSO_WM_SLIDE_BACKGROUND_TYPE" val="bottomTop"/>
</p:tagLst>
</file>

<file path=ppt/tags/tag60.xml><?xml version="1.0" encoding="utf-8"?>
<p:tagLst xmlns:p="http://schemas.openxmlformats.org/presentationml/2006/main">
  <p:tag name="KSO_WM_SLIDE_BACKGROUND_TYPE" val="bottomTop"/>
</p:tagLst>
</file>

<file path=ppt/tags/tag61.xml><?xml version="1.0" encoding="utf-8"?>
<p:tagLst xmlns:p="http://schemas.openxmlformats.org/presentationml/2006/main">
  <p:tag name="KSO_WM_SLIDE_BACKGROUND_TYPE" val="bottomTop"/>
</p:tagLst>
</file>

<file path=ppt/tags/tag62.xml><?xml version="1.0" encoding="utf-8"?>
<p:tagLst xmlns:p="http://schemas.openxmlformats.org/presentationml/2006/main">
  <p:tag name="KSO_WM_SLIDE_BACKGROUND_TYPE" val="bottomTop"/>
</p:tagLst>
</file>

<file path=ppt/tags/tag63.xml><?xml version="1.0" encoding="utf-8"?>
<p:tagLst xmlns:p="http://schemas.openxmlformats.org/presentationml/2006/main">
  <p:tag name="KSO_WM_SLIDE_BACKGROUND_TYPE" val="bottomTop"/>
</p:tagLst>
</file>

<file path=ppt/tags/tag64.xml><?xml version="1.0" encoding="utf-8"?>
<p:tagLst xmlns:p="http://schemas.openxmlformats.org/presentationml/2006/main">
  <p:tag name="KSO_WM_SLIDE_BACKGROUND_TYPE" val="bottomTop"/>
</p:tagLst>
</file>

<file path=ppt/tags/tag65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12*i*1"/>
  <p:tag name="KSO_WM_BEAUTIFY_FLAG" val="#wm#"/>
  <p:tag name="KSO_WM_TAG_VERSION" val="1.0"/>
  <p:tag name="KSO_WM_CHIP_GROUPID" val="61e90f30ed82453644596865"/>
  <p:tag name="KSO_WM_CHIP_XID" val="61f0fb08ed824536445b8ce9"/>
  <p:tag name="KSO_WM_UNIT_DEC_AREA_ID" val="47e2da66d3d64d5392d9829407a6973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fc601fac6e8148afa1e29e3274e94576"/>
  <p:tag name="KSO_WM_SLIDE_BACKGROUND_TYPE" val="navigation"/>
</p:tagLst>
</file>

<file path=ppt/tags/tag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a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7.xml><?xml version="1.0" encoding="utf-8"?>
<p:tagLst xmlns:p="http://schemas.openxmlformats.org/presentationml/2006/main">
  <p:tag name="KSO_WM_SLIDE_BACKGROUND_TYPE" val="navigation"/>
</p:tagLst>
</file>

<file path=ppt/tags/tag68.xml><?xml version="1.0" encoding="utf-8"?>
<p:tagLst xmlns:p="http://schemas.openxmlformats.org/presentationml/2006/main">
  <p:tag name="KSO_WM_SLIDE_BACKGROUND_TYPE" val="navigation"/>
</p:tagLst>
</file>

<file path=ppt/tags/tag69.xml><?xml version="1.0" encoding="utf-8"?>
<p:tagLst xmlns:p="http://schemas.openxmlformats.org/presentationml/2006/main">
  <p:tag name="KSO_WM_SLIDE_BACKGROUND_TYPE" val="navigation"/>
</p:tagLst>
</file>

<file path=ppt/tags/tag70.xml><?xml version="1.0" encoding="utf-8"?>
<p:tagLst xmlns:p="http://schemas.openxmlformats.org/presentationml/2006/main">
  <p:tag name="KSO_WM_SLIDE_BACKGROUND_TYPE" val="navigation"/>
</p:tagLst>
</file>

<file path=ppt/tags/tag71.xml><?xml version="1.0" encoding="utf-8"?>
<p:tagLst xmlns:p="http://schemas.openxmlformats.org/presentationml/2006/main">
  <p:tag name="KSO_WM_SLIDE_BACKGROUND_TYPE" val="navigation"/>
</p:tagLst>
</file>

<file path=ppt/tags/tag72.xml><?xml version="1.0" encoding="utf-8"?>
<p:tagLst xmlns:p="http://schemas.openxmlformats.org/presentationml/2006/main">
  <p:tag name="KSO_WM_SLIDE_BACKGROUND_TYPE" val="navigation"/>
</p:tagLst>
</file>

<file path=ppt/tags/tag73.xml><?xml version="1.0" encoding="utf-8"?>
<p:tagLst xmlns:p="http://schemas.openxmlformats.org/presentationml/2006/main">
  <p:tag name="KSO_WM_SLIDE_BACKGROUND_TYPE" val="navigation"/>
</p:tagLst>
</file>

<file path=ppt/tags/tag74.xml><?xml version="1.0" encoding="utf-8"?>
<p:tagLst xmlns:p="http://schemas.openxmlformats.org/presentationml/2006/main">
  <p:tag name="KSO_WM_SLIDE_BACKGROUND_TYPE" val="navigation"/>
</p:tagLst>
</file>

<file path=ppt/tags/tag75.xml><?xml version="1.0" encoding="utf-8"?>
<p:tagLst xmlns:p="http://schemas.openxmlformats.org/presentationml/2006/main">
  <p:tag name="KSO_WM_UNIT_SUBTYPE" val="v"/>
  <p:tag name="KSO_WM_TEMPLATE_CATEGORY" val="chip"/>
  <p:tag name="KSO_WM_TEMPLATE_INDEX" val="20221511"/>
  <p:tag name="KSO_WM_UNIT_TYPE" val="i"/>
  <p:tag name="KSO_WM_UNIT_INDEX" val="1"/>
  <p:tag name="KSO_WM_UNIT_ID" val="chip20221511_12*i*1"/>
  <p:tag name="KSO_WM_BEAUTIFY_FLAG" val="#wm#"/>
  <p:tag name="KSO_WM_TAG_VERSION" val="1.0"/>
  <p:tag name="KSO_WM_CHIP_GROUPID" val="61e90f30ed82453644596865"/>
  <p:tag name="KSO_WM_CHIP_XID" val="61f0fb08ed824536445b8ce9"/>
  <p:tag name="KSO_WM_UNIT_DEC_AREA_ID" val="210f914d07f14946b7334ad223b9abec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f38f191f4abc461fb94a46b515909dc5"/>
  <p:tag name="KSO_WM_SLIDE_BACKGROUND_TYPE" val="belt"/>
</p:tagLst>
</file>

<file path=ppt/tags/tag7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286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286"/>
  <p:tag name="KSO_WM_CHIP_GROUPID" val="612f6a61c37455bdf62a9584"/>
  <p:tag name="KSO_WM_CHIP_XID" val="612f6a61c37455bdf62a958b"/>
  <p:tag name="KSO_WM_UNIT_FILL_FORE_SCHEMECOLOR_INDEX_BRIGHTNESS" val="0"/>
  <p:tag name="KSO_WM_UNIT_FILL_FORE_SCHEMECOLOR_INDEX" val="1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7.xml><?xml version="1.0" encoding="utf-8"?>
<p:tagLst xmlns:p="http://schemas.openxmlformats.org/presentationml/2006/main">
  <p:tag name="KSO_WM_SLIDE_BACKGROUND_TYPE" val="belt"/>
</p:tagLst>
</file>

<file path=ppt/tags/tag78.xml><?xml version="1.0" encoding="utf-8"?>
<p:tagLst xmlns:p="http://schemas.openxmlformats.org/presentationml/2006/main">
  <p:tag name="KSO_WM_SLIDE_BACKGROUND_TYPE" val="belt"/>
</p:tagLst>
</file>

<file path=ppt/tags/tag79.xml><?xml version="1.0" encoding="utf-8"?>
<p:tagLst xmlns:p="http://schemas.openxmlformats.org/presentationml/2006/main">
  <p:tag name="KSO_WM_SLIDE_BACKGROUND_TYPE" val="belt"/>
</p:tagLst>
</file>

<file path=ppt/tags/tag80.xml><?xml version="1.0" encoding="utf-8"?>
<p:tagLst xmlns:p="http://schemas.openxmlformats.org/presentationml/2006/main">
  <p:tag name="KSO_WM_SLIDE_BACKGROUND_TYPE" val="belt"/>
</p:tagLst>
</file>

<file path=ppt/tags/tag81.xml><?xml version="1.0" encoding="utf-8"?>
<p:tagLst xmlns:p="http://schemas.openxmlformats.org/presentationml/2006/main">
  <p:tag name="KSO_WM_SLIDE_BACKGROUND_TYPE" val="belt"/>
</p:tagLst>
</file>

<file path=ppt/tags/tag82.xml><?xml version="1.0" encoding="utf-8"?>
<p:tagLst xmlns:p="http://schemas.openxmlformats.org/presentationml/2006/main">
  <p:tag name="KSO_WM_TEMPLATE_CATEGORY" val="custom"/>
  <p:tag name="KSO_WM_TEMPLATE_INDEX" val="20221511"/>
</p:tagLst>
</file>

<file path=ppt/tags/tag83.xml><?xml version="1.0" encoding="utf-8"?>
<p:tagLst xmlns:p="http://schemas.openxmlformats.org/presentationml/2006/main">
  <p:tag name="KSO_WM_TEMPLATE_CATEGORY" val="custom"/>
  <p:tag name="KSO_WM_TEMPLATE_INDEX" val="20221511"/>
</p:tagLst>
</file>

<file path=ppt/tags/tag84.xml><?xml version="1.0" encoding="utf-8"?>
<p:tagLst xmlns:p="http://schemas.openxmlformats.org/presentationml/2006/main">
  <p:tag name="KSO_WM_BEAUTIFY_FLAG" val="#wm#"/>
  <p:tag name="KSO_WM_TAG_VERSION" val="1.0"/>
  <p:tag name="KSO_WM_TEMPLATE_CATEGORY" val="custom"/>
  <p:tag name="KSO_WM_TEMPLATE_INDEX" val="20221511"/>
  <p:tag name="KSO_WM_CHIP_COLORING" val="2"/>
</p:tagLst>
</file>

<file path=ppt/theme/theme1.xml><?xml version="1.0" encoding="utf-8"?>
<a:theme xmlns:a="http://schemas.openxmlformats.org/drawingml/2006/main" name="1_Office 主题​​">
  <a:themeElements>
    <a:clrScheme name="Adjacency">
      <a:dk1>
        <a:srgbClr val="000000"/>
      </a:dk1>
      <a:lt1>
        <a:srgbClr val="FFFFFF"/>
      </a:lt1>
      <a:dk2>
        <a:srgbClr val="F0F0F0"/>
      </a:dk2>
      <a:lt2>
        <a:srgbClr val="FFFFFF"/>
      </a:lt2>
      <a:accent1>
        <a:srgbClr val="AB5A36"/>
      </a:accent1>
      <a:accent2>
        <a:srgbClr val="A56A27"/>
      </a:accent2>
      <a:accent3>
        <a:srgbClr val="987C1E"/>
      </a:accent3>
      <a:accent4>
        <a:srgbClr val="838C23"/>
      </a:accent4>
      <a:accent5>
        <a:srgbClr val="669B39"/>
      </a:accent5>
      <a:accent6>
        <a:srgbClr val="36A95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0</TotalTime>
  <Words>0</Words>
  <Application>WPS 演示</Application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汉仪君黑-35W</vt:lpstr>
      <vt:lpstr>黑体</vt:lpstr>
      <vt:lpstr>汉仪趣黑简</vt:lpstr>
      <vt:lpstr>汉仪大宋简</vt:lpstr>
      <vt:lpstr>微软雅黑</vt:lpstr>
      <vt:lpstr>隶书</vt:lpstr>
      <vt:lpstr>Arial Unicode MS</vt:lpstr>
      <vt:lpstr>1_Office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吴洁</cp:lastModifiedBy>
  <cp:revision>321</cp:revision>
  <dcterms:created xsi:type="dcterms:W3CDTF">2018-10-28T04:10:00Z</dcterms:created>
  <dcterms:modified xsi:type="dcterms:W3CDTF">2024-12-28T11:43:51Z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2052-12.1.0.19302</vt:lpwstr>
  </property>
  <property fmtid="{D5CDD505-2E9C-101B-9397-08002B2CF9AE}" pid="9" name="ICV">
    <vt:lpwstr>3944D9F292AC40C5B667527FC8580C3D_13</vt:lpwstr>
  </property>
</Properties>
</file>
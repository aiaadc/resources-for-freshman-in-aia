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484" r:id="rId3"/>
    <p:sldId id="531" r:id="rId4"/>
    <p:sldId id="485" r:id="rId5"/>
    <p:sldId id="511" r:id="rId6"/>
    <p:sldId id="487" r:id="rId7"/>
    <p:sldId id="512" r:id="rId8"/>
    <p:sldId id="488" r:id="rId9"/>
    <p:sldId id="489" r:id="rId10"/>
    <p:sldId id="492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8" r:id="rId19"/>
    <p:sldId id="529" r:id="rId20"/>
    <p:sldId id="530" r:id="rId21"/>
    <p:sldId id="532" r:id="rId22"/>
    <p:sldId id="533" r:id="rId23"/>
    <p:sldId id="534" r:id="rId24"/>
    <p:sldId id="520" r:id="rId25"/>
    <p:sldId id="521" r:id="rId26"/>
    <p:sldId id="522" r:id="rId27"/>
    <p:sldId id="523" r:id="rId28"/>
    <p:sldId id="524" r:id="rId29"/>
    <p:sldId id="525" r:id="rId30"/>
    <p:sldId id="526" r:id="rId31"/>
    <p:sldId id="527" r:id="rId32"/>
  </p:sldIdLst>
  <p:sldSz cx="12479020" cy="7021195"/>
  <p:notesSz cx="6858000" cy="9144000"/>
  <p:custDataLst>
    <p:tags r:id="rId39"/>
  </p:custDataLst>
  <p:defaultTextStyle>
    <a:defPPr>
      <a:defRPr lang="es-E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1pPr>
    <a:lvl2pPr marL="624205" lvl="1" indent="-16700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2pPr>
    <a:lvl3pPr marL="1247775" lvl="2" indent="-33337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3pPr>
    <a:lvl4pPr marL="1871980" lvl="3" indent="-50038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4pPr>
    <a:lvl5pPr marL="2495550" lvl="4" indent="-6667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5pPr>
    <a:lvl6pPr marL="2286000" lvl="5" indent="-6667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6pPr>
    <a:lvl7pPr marL="2743200" lvl="6" indent="-6667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7pPr>
    <a:lvl8pPr marL="3200400" lvl="7" indent="-6667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8pPr>
    <a:lvl9pPr marL="3657600" lvl="8" indent="-6667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Heiti SC Light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D6E1819-5168-4ABB-903C-F478A8BD73F9}">
          <p14:sldIdLst>
            <p14:sldId id="484"/>
            <p14:sldId id="531"/>
            <p14:sldId id="485"/>
            <p14:sldId id="511"/>
            <p14:sldId id="487"/>
            <p14:sldId id="512"/>
            <p14:sldId id="488"/>
            <p14:sldId id="489"/>
            <p14:sldId id="492"/>
            <p14:sldId id="513"/>
            <p14:sldId id="514"/>
            <p14:sldId id="515"/>
            <p14:sldId id="516"/>
            <p14:sldId id="517"/>
            <p14:sldId id="518"/>
            <p14:sldId id="519"/>
            <p14:sldId id="528"/>
            <p14:sldId id="529"/>
            <p14:sldId id="530"/>
            <p14:sldId id="532"/>
            <p14:sldId id="533"/>
            <p14:sldId id="534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7068" userDrawn="1">
          <p15:clr>
            <a:srgbClr val="A4A3A4"/>
          </p15:clr>
        </p15:guide>
        <p15:guide id="3" pos="309" userDrawn="1">
          <p15:clr>
            <a:srgbClr val="A4A3A4"/>
          </p15:clr>
        </p15:guide>
        <p15:guide id="4" orient="horz" pos="7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3E4"/>
    <a:srgbClr val="C5E0B4"/>
    <a:srgbClr val="F9F9F9"/>
    <a:srgbClr val="F07BF2"/>
    <a:srgbClr val="203864"/>
    <a:srgbClr val="2F5597"/>
    <a:srgbClr val="0598FF"/>
    <a:srgbClr val="2B5284"/>
    <a:srgbClr val="215968"/>
    <a:srgbClr val="3185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6" autoAdjust="0"/>
    <p:restoredTop sz="96383" autoAdjust="0"/>
  </p:normalViewPr>
  <p:slideViewPr>
    <p:cSldViewPr showGuides="1">
      <p:cViewPr varScale="1">
        <p:scale>
          <a:sx n="67" d="100"/>
          <a:sy n="67" d="100"/>
        </p:scale>
        <p:origin x="90" y="144"/>
      </p:cViewPr>
      <p:guideLst>
        <p:guide orient="horz" pos="2211"/>
        <p:guide pos="7068"/>
        <p:guide pos="309"/>
        <p:guide orient="horz" pos="71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2808" y="84"/>
      </p:cViewPr>
      <p:guideLst/>
    </p:cSldViewPr>
  </p:notesViewPr>
  <p:gridSpacing cx="90000" cy="90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55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5416E-15EC-4062-BCA0-3FB6952EDF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D9785-7626-4CCA-AF69-1AB6669323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Heiti SC Light" charset="0"/>
                <a:cs typeface="Heiti SC Light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Heiti SC Light" charset="0"/>
              <a:cs typeface="Heiti SC Light" charset="0"/>
            </a:endParaRPr>
          </a:p>
        </p:txBody>
      </p:sp>
      <p:sp>
        <p:nvSpPr>
          <p:cNvPr id="6147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Heiti SC Light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6149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62357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Heiti SC Light" charset="0"/>
                <a:cs typeface="Heiti SC Light" charset="0"/>
              </a:rPr>
              <a:t>单击此处编辑母版文本样式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Heiti SC Light" charset="0"/>
              <a:cs typeface="Heiti SC Light" charset="0"/>
            </a:endParaRPr>
          </a:p>
          <a:p>
            <a:pPr marL="624205" marR="0" lvl="1" indent="0" algn="l" defTabSz="62357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Heiti SC Light" charset="0"/>
                <a:cs typeface="Heiti SC Light" charset="0"/>
              </a:rPr>
              <a:t>二级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Heiti SC Light" charset="0"/>
              <a:cs typeface="Heiti SC Light" charset="0"/>
            </a:endParaRPr>
          </a:p>
          <a:p>
            <a:pPr marL="1247775" marR="0" lvl="2" indent="0" algn="l" defTabSz="62357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Heiti SC Light" charset="0"/>
                <a:cs typeface="Heiti SC Light" charset="0"/>
              </a:rPr>
              <a:t>三级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Heiti SC Light" charset="0"/>
              <a:cs typeface="Heiti SC Light" charset="0"/>
            </a:endParaRPr>
          </a:p>
          <a:p>
            <a:pPr marL="1871980" marR="0" lvl="3" indent="0" algn="l" defTabSz="62357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Heiti SC Light" charset="0"/>
                <a:cs typeface="Heiti SC Light" charset="0"/>
              </a:rPr>
              <a:t>四级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Heiti SC Light" charset="0"/>
              <a:cs typeface="Heiti SC Light" charset="0"/>
            </a:endParaRPr>
          </a:p>
          <a:p>
            <a:pPr marL="2495550" marR="0" lvl="4" indent="0" algn="l" defTabSz="62357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Heiti SC Light" charset="0"/>
                <a:cs typeface="Heiti SC Light" charset="0"/>
              </a:rPr>
              <a:t>五级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Heiti SC Light" charset="0"/>
              <a:cs typeface="Heiti SC Light" charset="0"/>
            </a:endParaRPr>
          </a:p>
        </p:txBody>
      </p:sp>
      <p:sp>
        <p:nvSpPr>
          <p:cNvPr id="6150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Heiti SC Light" charset="0"/>
                <a:cs typeface="Heiti SC Light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Heiti SC Light" charset="0"/>
              <a:cs typeface="Heiti SC Light" charset="0"/>
            </a:endParaRPr>
          </a:p>
        </p:txBody>
      </p:sp>
      <p:sp>
        <p:nvSpPr>
          <p:cNvPr id="6151" name="幻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Heiti SC Light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2FF65A-7CA5-452A-88D9-6FF6DF6A630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Heiti SC Light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623570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Calibri" panose="020F0502020204030204" pitchFamily="34" charset="0"/>
        <a:ea typeface="Heiti SC Light" charset="0"/>
        <a:cs typeface="Heiti SC Light" charset="0"/>
      </a:defRPr>
    </a:lvl1pPr>
    <a:lvl2pPr marL="624205" algn="l" defTabSz="623570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Calibri" panose="020F0502020204030204" pitchFamily="34" charset="0"/>
        <a:ea typeface="Heiti SC Light" charset="0"/>
        <a:cs typeface="Heiti SC Light" charset="0"/>
      </a:defRPr>
    </a:lvl2pPr>
    <a:lvl3pPr marL="1247775" algn="l" defTabSz="623570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Calibri" panose="020F0502020204030204" pitchFamily="34" charset="0"/>
        <a:ea typeface="Heiti SC Light" charset="0"/>
        <a:cs typeface="Heiti SC Light" charset="0"/>
      </a:defRPr>
    </a:lvl3pPr>
    <a:lvl4pPr marL="1871980" algn="l" defTabSz="623570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Calibri" panose="020F0502020204030204" pitchFamily="34" charset="0"/>
        <a:ea typeface="Heiti SC Light" charset="0"/>
        <a:cs typeface="Heiti SC Light" charset="0"/>
      </a:defRPr>
    </a:lvl4pPr>
    <a:lvl5pPr marL="2495550" algn="l" defTabSz="623570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Calibri" panose="020F0502020204030204" pitchFamily="34" charset="0"/>
        <a:ea typeface="Heiti SC Light" charset="0"/>
        <a:cs typeface="Heiti SC Light" charset="0"/>
      </a:defRPr>
    </a:lvl5pPr>
    <a:lvl6pPr marL="3119755" algn="l" defTabSz="6235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743960" algn="l" defTabSz="6235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68165" algn="l" defTabSz="6235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91735" algn="l" defTabSz="6235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71901" y="3978857"/>
            <a:ext cx="8735537" cy="17943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4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71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96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9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43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6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917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849995" y="6570028"/>
            <a:ext cx="2911475" cy="376238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3FEDF4-D667-41EE-823C-D7D4975F0DA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Heiti SC Light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5782" y="4511972"/>
            <a:ext cx="10607437" cy="1395634"/>
          </a:xfrm>
        </p:spPr>
        <p:txBody>
          <a:bodyPr anchor="t"/>
          <a:lstStyle>
            <a:lvl1pPr algn="l">
              <a:defRPr sz="55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5782" y="2975476"/>
            <a:ext cx="10607437" cy="153649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24205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4777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719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9618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11975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743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368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99173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3FEDF4-D667-41EE-823C-D7D4975F0DAE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Heiti SC Light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280988"/>
            <a:ext cx="11231562" cy="11715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3FEDF4-D667-41EE-823C-D7D4975F0DAE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Heiti SC Light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pic>
        <p:nvPicPr>
          <p:cNvPr id="6" name="图片 5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519025" cy="7045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 rot="21016624">
            <a:off x="857250" y="373063"/>
            <a:ext cx="10764838" cy="133749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 userDrawn="1"/>
        </p:nvSpPr>
        <p:spPr>
          <a:xfrm>
            <a:off x="9929654" y="6480175"/>
            <a:ext cx="1324928" cy="441960"/>
          </a:xfrm>
          <a:prstGeom prst="rect">
            <a:avLst/>
          </a:prstGeom>
        </p:spPr>
        <p:txBody>
          <a:bodyPr vert="horz" wrap="square" lIns="67627" tIns="35242" rIns="67627" bIns="35242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隶书" panose="02010509060101010101" charset="-122"/>
                <a:ea typeface="隶书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sz="18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吴洁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 </a:t>
            </a:r>
            <a:r>
              <a:rPr sz="18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制作</a:t>
            </a:r>
            <a:endParaRPr sz="1800" dirty="0">
              <a:solidFill>
                <a:schemeClr val="bg2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56" y="280963"/>
            <a:ext cx="11230991" cy="117146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3856" y="6506575"/>
            <a:ext cx="2911327" cy="376204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63808" y="6506575"/>
            <a:ext cx="3951087" cy="376204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3520" y="6506575"/>
            <a:ext cx="2911327" cy="376204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5D67A32-E5D1-45E6-9BA2-A5C4AEF7B791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Heiti SC Light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.png"/><Relationship Id="rId7" Type="http://schemas.openxmlformats.org/officeDocument/2006/relationships/tags" Target="../tags/tag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-12065"/>
            <a:ext cx="12519025" cy="704596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3888" y="6507163"/>
            <a:ext cx="2911475" cy="376238"/>
          </a:xfrm>
          <a:prstGeom prst="rect">
            <a:avLst/>
          </a:prstGeom>
        </p:spPr>
        <p:txBody>
          <a:bodyPr vert="horz" lIns="124797" tIns="62399" rIns="124797" bIns="62399" rtlCol="0" anchor="ctr"/>
          <a:lstStyle>
            <a:lvl1pPr algn="l" eaLnBrk="1" hangingPunct="1"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ea typeface="Heiti SC Light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64025" y="6507163"/>
            <a:ext cx="3951288" cy="376238"/>
          </a:xfrm>
          <a:prstGeom prst="rect">
            <a:avLst/>
          </a:prstGeom>
        </p:spPr>
        <p:txBody>
          <a:bodyPr vert="horz" lIns="124797" tIns="62399" rIns="124797" bIns="62399" rtlCol="0" anchor="ctr"/>
          <a:lstStyle>
            <a:lvl1pPr algn="ctr" eaLnBrk="1" hangingPunct="1"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ea typeface="Heiti SC Light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943975" y="6507163"/>
            <a:ext cx="2911475" cy="376238"/>
          </a:xfrm>
          <a:prstGeom prst="rect">
            <a:avLst/>
          </a:prstGeom>
        </p:spPr>
        <p:txBody>
          <a:bodyPr vert="horz" wrap="square" lIns="124797" tIns="62399" rIns="124797" bIns="62399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600">
                <a:solidFill>
                  <a:srgbClr val="898989"/>
                </a:solidFill>
                <a:ea typeface="Heiti SC Light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3FEDF4-D667-41EE-823C-D7D4975F0DAE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Heiti SC Light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Heiti SC Light" charset="-122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561691" y="264480"/>
            <a:ext cx="11621419" cy="697545"/>
            <a:chOff x="561691" y="264480"/>
            <a:chExt cx="11621419" cy="697545"/>
          </a:xfrm>
        </p:grpSpPr>
        <p:sp>
          <p:nvSpPr>
            <p:cNvPr id="14" name="矩形 13"/>
            <p:cNvSpPr/>
            <p:nvPr/>
          </p:nvSpPr>
          <p:spPr>
            <a:xfrm>
              <a:off x="561691" y="264480"/>
              <a:ext cx="6616700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2A3A63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变上限积分函数参与的问题举例</a:t>
              </a:r>
              <a:endParaRPr lang="zh-CN" altLang="en-US" sz="2800" b="1" dirty="0">
                <a:solidFill>
                  <a:srgbClr val="2A3A6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561975" y="962025"/>
              <a:ext cx="11621135" cy="0"/>
            </a:xfrm>
            <a:prstGeom prst="line">
              <a:avLst/>
            </a:prstGeom>
            <a:ln>
              <a:solidFill>
                <a:srgbClr val="2B52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12064365" y="264480"/>
              <a:ext cx="118745" cy="615950"/>
            </a:xfrm>
            <a:prstGeom prst="rect">
              <a:avLst/>
            </a:prstGeom>
            <a:solidFill>
              <a:srgbClr val="2B52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标题 1"/>
          <p:cNvSpPr>
            <a:spLocks noGrp="1"/>
          </p:cNvSpPr>
          <p:nvPr userDrawn="1"/>
        </p:nvSpPr>
        <p:spPr>
          <a:xfrm>
            <a:off x="9929654" y="6480175"/>
            <a:ext cx="1324928" cy="441960"/>
          </a:xfrm>
          <a:prstGeom prst="rect">
            <a:avLst/>
          </a:prstGeom>
        </p:spPr>
        <p:txBody>
          <a:bodyPr vert="horz" wrap="square" lIns="67627" tIns="35242" rIns="67627" bIns="35242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隶书" panose="02010509060101010101" charset="-122"/>
                <a:ea typeface="隶书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sz="18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吴洁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 </a:t>
            </a:r>
            <a:r>
              <a:rPr sz="1800" dirty="0">
                <a:solidFill>
                  <a:schemeClr val="bg2">
                    <a:lumMod val="75000"/>
                  </a:schemeClr>
                </a:solidFill>
                <a:sym typeface="+mn-ea"/>
              </a:rPr>
              <a:t>制作</a:t>
            </a:r>
            <a:endParaRPr sz="1800" dirty="0">
              <a:solidFill>
                <a:schemeClr val="bg2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18" name="图片 17" descr="logo"/>
          <p:cNvPicPr>
            <a:picLocks noChangeAspect="1"/>
          </p:cNvPicPr>
          <p:nvPr userDrawn="1"/>
        </p:nvPicPr>
        <p:blipFill>
          <a:blip r:embed="rId9"/>
          <a:srcRect r="74092" b="-4178"/>
          <a:stretch>
            <a:fillRect/>
          </a:stretch>
        </p:blipFill>
        <p:spPr>
          <a:xfrm>
            <a:off x="11279505" y="6337300"/>
            <a:ext cx="967105" cy="7283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5pPr>
      <a:lvl6pPr marL="624205" algn="ctr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6pPr>
      <a:lvl7pPr marL="1247775" algn="ctr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7pPr>
      <a:lvl8pPr marL="1871980" algn="ctr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8pPr>
      <a:lvl9pPr marL="2496185" algn="ctr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466725" indent="-466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1pPr>
      <a:lvl2pPr marL="1012825" indent="-38925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58925" indent="-3111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3pPr>
      <a:lvl4pPr marL="2183130" indent="-3111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806700" indent="-3111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32175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55745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79950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304155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24205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47775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71980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496185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19755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3960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68165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991735" algn="l" defTabSz="124777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3" Type="http://schemas.openxmlformats.org/officeDocument/2006/relationships/image" Target="../media/image15.emf"/><Relationship Id="rId2" Type="http://schemas.openxmlformats.org/officeDocument/2006/relationships/tags" Target="../tags/tag2.xml"/><Relationship Id="rId1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24.emf"/><Relationship Id="rId7" Type="http://schemas.openxmlformats.org/officeDocument/2006/relationships/tags" Target="../tags/tag4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3" Type="http://schemas.openxmlformats.org/officeDocument/2006/relationships/tags" Target="../tags/tag3.xml"/><Relationship Id="rId2" Type="http://schemas.openxmlformats.org/officeDocument/2006/relationships/image" Target="../media/image20.emf"/><Relationship Id="rId15" Type="http://schemas.openxmlformats.org/officeDocument/2006/relationships/slideLayout" Target="../slideLayouts/slideLayout4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image" Target="../media/image25.emf"/><Relationship Id="rId1" Type="http://schemas.openxmlformats.org/officeDocument/2006/relationships/image" Target="../media/image19.emf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0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emf"/><Relationship Id="rId8" Type="http://schemas.openxmlformats.org/officeDocument/2006/relationships/image" Target="../media/image35.emf"/><Relationship Id="rId7" Type="http://schemas.openxmlformats.org/officeDocument/2006/relationships/image" Target="../media/image34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tags" Target="../tags/tag12.xml"/><Relationship Id="rId3" Type="http://schemas.openxmlformats.org/officeDocument/2006/relationships/image" Target="../media/image31.emf"/><Relationship Id="rId2" Type="http://schemas.openxmlformats.org/officeDocument/2006/relationships/image" Target="../media/image21.emf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emf"/><Relationship Id="rId7" Type="http://schemas.openxmlformats.org/officeDocument/2006/relationships/image" Target="../media/image43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7.xml"/><Relationship Id="rId1" Type="http://schemas.openxmlformats.org/officeDocument/2006/relationships/image" Target="../media/image37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emf"/><Relationship Id="rId8" Type="http://schemas.openxmlformats.org/officeDocument/2006/relationships/image" Target="../media/image52.emf"/><Relationship Id="rId7" Type="http://schemas.openxmlformats.org/officeDocument/2006/relationships/image" Target="../media/image51.emf"/><Relationship Id="rId6" Type="http://schemas.openxmlformats.org/officeDocument/2006/relationships/image" Target="../media/image50.emf"/><Relationship Id="rId5" Type="http://schemas.openxmlformats.org/officeDocument/2006/relationships/tags" Target="../tags/tag18.xml"/><Relationship Id="rId4" Type="http://schemas.openxmlformats.org/officeDocument/2006/relationships/image" Target="../media/image49.emf"/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9.xml"/><Relationship Id="rId1" Type="http://schemas.openxmlformats.org/officeDocument/2006/relationships/image" Target="../media/image46.emf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image" Target="../media/image60.emf"/><Relationship Id="rId7" Type="http://schemas.openxmlformats.org/officeDocument/2006/relationships/tags" Target="../tags/tag20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54.emf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../media/image67.emf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1.emf"/><Relationship Id="rId1" Type="http://schemas.openxmlformats.org/officeDocument/2006/relationships/image" Target="../media/image61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image" Target="../media/image73.emf"/><Relationship Id="rId7" Type="http://schemas.openxmlformats.org/officeDocument/2006/relationships/image" Target="../media/image72.emf"/><Relationship Id="rId6" Type="http://schemas.openxmlformats.org/officeDocument/2006/relationships/image" Target="../media/image71.emf"/><Relationship Id="rId5" Type="http://schemas.openxmlformats.org/officeDocument/2006/relationships/image" Target="../media/image70.emf"/><Relationship Id="rId4" Type="http://schemas.openxmlformats.org/officeDocument/2006/relationships/image" Target="../media/image69.emf"/><Relationship Id="rId3" Type="http://schemas.openxmlformats.org/officeDocument/2006/relationships/image" Target="../media/image68.emf"/><Relationship Id="rId2" Type="http://schemas.openxmlformats.org/officeDocument/2006/relationships/image" Target="../media/image62.emf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21.emf"/><Relationship Id="rId10" Type="http://schemas.openxmlformats.org/officeDocument/2006/relationships/tags" Target="../tags/tag25.xml"/><Relationship Id="rId1" Type="http://schemas.openxmlformats.org/officeDocument/2006/relationships/image" Target="../media/image61.emf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emf"/><Relationship Id="rId8" Type="http://schemas.openxmlformats.org/officeDocument/2006/relationships/image" Target="../media/image81.emf"/><Relationship Id="rId7" Type="http://schemas.openxmlformats.org/officeDocument/2006/relationships/image" Target="../media/image80.emf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4" Type="http://schemas.openxmlformats.org/officeDocument/2006/relationships/image" Target="../media/image77.emf"/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74.emf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emf"/><Relationship Id="rId8" Type="http://schemas.openxmlformats.org/officeDocument/2006/relationships/image" Target="../media/image88.emf"/><Relationship Id="rId7" Type="http://schemas.openxmlformats.org/officeDocument/2006/relationships/image" Target="../media/image87.emf"/><Relationship Id="rId6" Type="http://schemas.openxmlformats.org/officeDocument/2006/relationships/image" Target="../media/image81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30.xml"/><Relationship Id="rId1" Type="http://schemas.openxmlformats.org/officeDocument/2006/relationships/image" Target="../media/image74.emf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emf"/><Relationship Id="rId8" Type="http://schemas.openxmlformats.org/officeDocument/2006/relationships/image" Target="../media/image95.emf"/><Relationship Id="rId7" Type="http://schemas.openxmlformats.org/officeDocument/2006/relationships/image" Target="../media/image94.emf"/><Relationship Id="rId6" Type="http://schemas.openxmlformats.org/officeDocument/2006/relationships/image" Target="../media/image93.emf"/><Relationship Id="rId5" Type="http://schemas.openxmlformats.org/officeDocument/2006/relationships/image" Target="../media/image92.emf"/><Relationship Id="rId4" Type="http://schemas.openxmlformats.org/officeDocument/2006/relationships/image" Target="../media/image91.emf"/><Relationship Id="rId3" Type="http://schemas.openxmlformats.org/officeDocument/2006/relationships/image" Target="../media/image90.emf"/><Relationship Id="rId2" Type="http://schemas.openxmlformats.org/officeDocument/2006/relationships/image" Target="../media/image81.emf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1.xml"/><Relationship Id="rId11" Type="http://schemas.openxmlformats.org/officeDocument/2006/relationships/image" Target="../media/image98.emf"/><Relationship Id="rId10" Type="http://schemas.openxmlformats.org/officeDocument/2006/relationships/image" Target="../media/image97.wmf"/><Relationship Id="rId1" Type="http://schemas.openxmlformats.org/officeDocument/2006/relationships/image" Target="../media/image74.emf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image" Target="../media/image105.emf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image" Target="../media/image106.emf"/><Relationship Id="rId1" Type="http://schemas.openxmlformats.org/officeDocument/2006/relationships/image" Target="../media/image99.emf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emf"/><Relationship Id="rId8" Type="http://schemas.openxmlformats.org/officeDocument/2006/relationships/image" Target="../media/image110.emf"/><Relationship Id="rId7" Type="http://schemas.openxmlformats.org/officeDocument/2006/relationships/image" Target="../media/image109.emf"/><Relationship Id="rId6" Type="http://schemas.openxmlformats.org/officeDocument/2006/relationships/tags" Target="../tags/tag37.xml"/><Relationship Id="rId5" Type="http://schemas.openxmlformats.org/officeDocument/2006/relationships/image" Target="../media/image108.emf"/><Relationship Id="rId4" Type="http://schemas.openxmlformats.org/officeDocument/2006/relationships/image" Target="../media/image107.emf"/><Relationship Id="rId3" Type="http://schemas.openxmlformats.org/officeDocument/2006/relationships/tags" Target="../tags/tag36.xml"/><Relationship Id="rId2" Type="http://schemas.openxmlformats.org/officeDocument/2006/relationships/image" Target="../media/image101.emf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100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18.e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21.emf"/><Relationship Id="rId5" Type="http://schemas.openxmlformats.org/officeDocument/2006/relationships/image" Target="../media/image120.emf"/><Relationship Id="rId4" Type="http://schemas.openxmlformats.org/officeDocument/2006/relationships/image" Target="../media/image119.emf"/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25.emf"/><Relationship Id="rId6" Type="http://schemas.openxmlformats.org/officeDocument/2006/relationships/image" Target="../media/image124.emf"/><Relationship Id="rId5" Type="http://schemas.openxmlformats.org/officeDocument/2006/relationships/image" Target="../media/image123.emf"/><Relationship Id="rId4" Type="http://schemas.openxmlformats.org/officeDocument/2006/relationships/image" Target="../media/image122.emf"/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32.emf"/><Relationship Id="rId7" Type="http://schemas.openxmlformats.org/officeDocument/2006/relationships/image" Target="../media/image131.emf"/><Relationship Id="rId6" Type="http://schemas.openxmlformats.org/officeDocument/2006/relationships/image" Target="../media/image130.emf"/><Relationship Id="rId5" Type="http://schemas.openxmlformats.org/officeDocument/2006/relationships/tags" Target="../tags/tag38.xml"/><Relationship Id="rId4" Type="http://schemas.openxmlformats.org/officeDocument/2006/relationships/image" Target="../media/image129.emf"/><Relationship Id="rId3" Type="http://schemas.openxmlformats.org/officeDocument/2006/relationships/image" Target="../media/image128.emf"/><Relationship Id="rId2" Type="http://schemas.openxmlformats.org/officeDocument/2006/relationships/image" Target="../media/image127.emf"/><Relationship Id="rId1" Type="http://schemas.openxmlformats.org/officeDocument/2006/relationships/image" Target="../media/image12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29.emf"/><Relationship Id="rId6" Type="http://schemas.openxmlformats.org/officeDocument/2006/relationships/image" Target="../media/image138.wmf"/><Relationship Id="rId5" Type="http://schemas.openxmlformats.org/officeDocument/2006/relationships/image" Target="../media/image137.emf"/><Relationship Id="rId4" Type="http://schemas.openxmlformats.org/officeDocument/2006/relationships/image" Target="../media/image136.emf"/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44.emf"/><Relationship Id="rId6" Type="http://schemas.openxmlformats.org/officeDocument/2006/relationships/image" Target="../media/image129.emf"/><Relationship Id="rId5" Type="http://schemas.openxmlformats.org/officeDocument/2006/relationships/image" Target="../media/image143.emf"/><Relationship Id="rId4" Type="http://schemas.openxmlformats.org/officeDocument/2006/relationships/image" Target="../media/image142.emf"/><Relationship Id="rId3" Type="http://schemas.openxmlformats.org/officeDocument/2006/relationships/image" Target="../media/image141.emf"/><Relationship Id="rId2" Type="http://schemas.openxmlformats.org/officeDocument/2006/relationships/image" Target="../media/image140.emf"/><Relationship Id="rId1" Type="http://schemas.openxmlformats.org/officeDocument/2006/relationships/image" Target="../media/image139.emf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emf"/><Relationship Id="rId8" Type="http://schemas.openxmlformats.org/officeDocument/2006/relationships/image" Target="../media/image152.emf"/><Relationship Id="rId7" Type="http://schemas.openxmlformats.org/officeDocument/2006/relationships/image" Target="../media/image151.emf"/><Relationship Id="rId6" Type="http://schemas.openxmlformats.org/officeDocument/2006/relationships/image" Target="../media/image150.emf"/><Relationship Id="rId5" Type="http://schemas.openxmlformats.org/officeDocument/2006/relationships/image" Target="../media/image149.emf"/><Relationship Id="rId4" Type="http://schemas.openxmlformats.org/officeDocument/2006/relationships/image" Target="../media/image148.emf"/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5" Type="http://schemas.openxmlformats.org/officeDocument/2006/relationships/slideLayout" Target="../slideLayouts/slideLayout4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image" Target="../media/image154.emf"/><Relationship Id="rId10" Type="http://schemas.openxmlformats.org/officeDocument/2006/relationships/tags" Target="../tags/tag39.xml"/><Relationship Id="rId1" Type="http://schemas.openxmlformats.org/officeDocument/2006/relationships/image" Target="../media/image145.emf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emf"/><Relationship Id="rId8" Type="http://schemas.openxmlformats.org/officeDocument/2006/relationships/image" Target="../media/image160.emf"/><Relationship Id="rId7" Type="http://schemas.openxmlformats.org/officeDocument/2006/relationships/image" Target="../media/image159.emf"/><Relationship Id="rId6" Type="http://schemas.openxmlformats.org/officeDocument/2006/relationships/image" Target="../media/image158.emf"/><Relationship Id="rId5" Type="http://schemas.openxmlformats.org/officeDocument/2006/relationships/image" Target="../media/image157.emf"/><Relationship Id="rId4" Type="http://schemas.openxmlformats.org/officeDocument/2006/relationships/image" Target="../media/image156.emf"/><Relationship Id="rId3" Type="http://schemas.openxmlformats.org/officeDocument/2006/relationships/image" Target="../media/image155.emf"/><Relationship Id="rId2" Type="http://schemas.openxmlformats.org/officeDocument/2006/relationships/image" Target="../media/image149.emf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43.xml"/><Relationship Id="rId10" Type="http://schemas.openxmlformats.org/officeDocument/2006/relationships/image" Target="../media/image162.emf"/><Relationship Id="rId1" Type="http://schemas.openxmlformats.org/officeDocument/2006/relationships/image" Target="../media/image148.emf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70.emf"/><Relationship Id="rId7" Type="http://schemas.openxmlformats.org/officeDocument/2006/relationships/image" Target="../media/image169.emf"/><Relationship Id="rId6" Type="http://schemas.openxmlformats.org/officeDocument/2006/relationships/image" Target="../media/image168.emf"/><Relationship Id="rId5" Type="http://schemas.openxmlformats.org/officeDocument/2006/relationships/image" Target="../media/image167.emf"/><Relationship Id="rId4" Type="http://schemas.openxmlformats.org/officeDocument/2006/relationships/image" Target="../media/image166.emf"/><Relationship Id="rId3" Type="http://schemas.openxmlformats.org/officeDocument/2006/relationships/image" Target="../media/image165.e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73.emf"/><Relationship Id="rId7" Type="http://schemas.openxmlformats.org/officeDocument/2006/relationships/image" Target="../media/image167.emf"/><Relationship Id="rId6" Type="http://schemas.openxmlformats.org/officeDocument/2006/relationships/image" Target="../media/image172.emf"/><Relationship Id="rId5" Type="http://schemas.openxmlformats.org/officeDocument/2006/relationships/image" Target="../media/image171.emf"/><Relationship Id="rId4" Type="http://schemas.openxmlformats.org/officeDocument/2006/relationships/image" Target="../media/image166.emf"/><Relationship Id="rId3" Type="http://schemas.openxmlformats.org/officeDocument/2006/relationships/image" Target="../media/image165.e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46.xml"/><Relationship Id="rId7" Type="http://schemas.openxmlformats.org/officeDocument/2006/relationships/image" Target="../media/image178.emf"/><Relationship Id="rId6" Type="http://schemas.openxmlformats.org/officeDocument/2006/relationships/image" Target="../media/image177.e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Relationship Id="rId3" Type="http://schemas.openxmlformats.org/officeDocument/2006/relationships/tags" Target="../tags/tag45.xml"/><Relationship Id="rId2" Type="http://schemas.openxmlformats.org/officeDocument/2006/relationships/image" Target="../media/image174.emf"/><Relationship Id="rId1" Type="http://schemas.openxmlformats.org/officeDocument/2006/relationships/tags" Target="../tags/tag4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4" Type="http://schemas.openxmlformats.org/officeDocument/2006/relationships/image" Target="../media/image179.emf"/><Relationship Id="rId3" Type="http://schemas.openxmlformats.org/officeDocument/2006/relationships/image" Target="../media/image149.emf"/><Relationship Id="rId2" Type="http://schemas.openxmlformats.org/officeDocument/2006/relationships/image" Target="../media/image176.emf"/><Relationship Id="rId1" Type="http://schemas.openxmlformats.org/officeDocument/2006/relationships/image" Target="../media/image175.emf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emf"/><Relationship Id="rId8" Type="http://schemas.openxmlformats.org/officeDocument/2006/relationships/image" Target="../media/image183.emf"/><Relationship Id="rId7" Type="http://schemas.openxmlformats.org/officeDocument/2006/relationships/image" Target="../media/image149.emf"/><Relationship Id="rId6" Type="http://schemas.openxmlformats.org/officeDocument/2006/relationships/tags" Target="../tags/tag49.xml"/><Relationship Id="rId5" Type="http://schemas.openxmlformats.org/officeDocument/2006/relationships/image" Target="../media/image182.emf"/><Relationship Id="rId4" Type="http://schemas.openxmlformats.org/officeDocument/2006/relationships/image" Target="../media/image178.emf"/><Relationship Id="rId3" Type="http://schemas.openxmlformats.org/officeDocument/2006/relationships/image" Target="../media/image177.emf"/><Relationship Id="rId2" Type="http://schemas.openxmlformats.org/officeDocument/2006/relationships/image" Target="../media/image176.emf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175.emf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0.emf"/><Relationship Id="rId8" Type="http://schemas.openxmlformats.org/officeDocument/2006/relationships/image" Target="../media/image189.emf"/><Relationship Id="rId7" Type="http://schemas.openxmlformats.org/officeDocument/2006/relationships/image" Target="../media/image188.emf"/><Relationship Id="rId6" Type="http://schemas.openxmlformats.org/officeDocument/2006/relationships/image" Target="../media/image149.emf"/><Relationship Id="rId5" Type="http://schemas.openxmlformats.org/officeDocument/2006/relationships/tags" Target="../tags/tag53.xml"/><Relationship Id="rId4" Type="http://schemas.openxmlformats.org/officeDocument/2006/relationships/image" Target="../media/image187.emf"/><Relationship Id="rId3" Type="http://schemas.openxmlformats.org/officeDocument/2006/relationships/image" Target="../media/image186.emf"/><Relationship Id="rId2" Type="http://schemas.openxmlformats.org/officeDocument/2006/relationships/tags" Target="../tags/tag52.x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54.xml"/><Relationship Id="rId10" Type="http://schemas.openxmlformats.org/officeDocument/2006/relationships/image" Target="../media/image191.emf"/><Relationship Id="rId1" Type="http://schemas.openxmlformats.org/officeDocument/2006/relationships/image" Target="../media/image18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79868" b="4633"/>
          <a:stretch>
            <a:fillRect/>
          </a:stretch>
        </p:blipFill>
        <p:spPr>
          <a:xfrm>
            <a:off x="659765" y="2070735"/>
            <a:ext cx="2550795" cy="9105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57978" b="4633"/>
          <a:stretch>
            <a:fillRect/>
          </a:stretch>
        </p:blipFill>
        <p:spPr>
          <a:xfrm>
            <a:off x="659765" y="3150235"/>
            <a:ext cx="5324475" cy="910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60224" b="27316"/>
          <a:stretch>
            <a:fillRect/>
          </a:stretch>
        </p:blipFill>
        <p:spPr>
          <a:xfrm>
            <a:off x="659765" y="4140835"/>
            <a:ext cx="5040038" cy="69386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r="80391" b="-18051"/>
          <a:stretch>
            <a:fillRect/>
          </a:stretch>
        </p:blipFill>
        <p:spPr>
          <a:xfrm>
            <a:off x="1919605" y="5130800"/>
            <a:ext cx="2484755" cy="11271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9886" r="49994" b="-3680"/>
          <a:stretch>
            <a:fillRect/>
          </a:stretch>
        </p:blipFill>
        <p:spPr>
          <a:xfrm>
            <a:off x="3179445" y="2070735"/>
            <a:ext cx="3816350" cy="9899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41907" r="32940" b="5697"/>
          <a:stretch>
            <a:fillRect/>
          </a:stretch>
        </p:blipFill>
        <p:spPr>
          <a:xfrm>
            <a:off x="5969635" y="3150235"/>
            <a:ext cx="3187065" cy="9004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l="19524" r="39764" b="-18051"/>
          <a:stretch>
            <a:fillRect/>
          </a:stretch>
        </p:blipFill>
        <p:spPr>
          <a:xfrm>
            <a:off x="4439285" y="5130800"/>
            <a:ext cx="5158740" cy="112712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929640" y="990600"/>
            <a:ext cx="9107170" cy="989330"/>
            <a:chOff x="1464" y="1560"/>
            <a:chExt cx="14342" cy="155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rcRect l="12078" t="9444" r="46588" b="4633"/>
            <a:stretch>
              <a:fillRect/>
            </a:stretch>
          </p:blipFill>
          <p:spPr>
            <a:xfrm>
              <a:off x="7558" y="1693"/>
              <a:ext cx="8248" cy="129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/>
            <a:srcRect r="70879" b="-3680"/>
            <a:stretch>
              <a:fillRect/>
            </a:stretch>
          </p:blipFill>
          <p:spPr>
            <a:xfrm>
              <a:off x="1464" y="1560"/>
              <a:ext cx="5811" cy="155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23756" b="-18051"/>
          <a:stretch>
            <a:fillRect/>
          </a:stretch>
        </p:blipFill>
        <p:spPr>
          <a:xfrm>
            <a:off x="929640" y="1260475"/>
            <a:ext cx="9210715" cy="10330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27042" b="4633"/>
          <a:stretch>
            <a:fillRect/>
          </a:stretch>
        </p:blipFill>
        <p:spPr>
          <a:xfrm>
            <a:off x="839470" y="2070735"/>
            <a:ext cx="8813713" cy="8345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490" y="2905125"/>
            <a:ext cx="5120041" cy="8558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345" y="3960495"/>
            <a:ext cx="12080589" cy="87508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r="48357" b="-40446"/>
          <a:stretch>
            <a:fillRect/>
          </a:stretch>
        </p:blipFill>
        <p:spPr>
          <a:xfrm>
            <a:off x="929640" y="5040630"/>
            <a:ext cx="6242753" cy="6168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5679" r="70466" b="4777"/>
          <a:stretch>
            <a:fillRect/>
          </a:stretch>
        </p:blipFill>
        <p:spPr>
          <a:xfrm>
            <a:off x="1559560" y="1134745"/>
            <a:ext cx="3526207" cy="532300"/>
          </a:xfrm>
          <a:prstGeom prst="rect">
            <a:avLst/>
          </a:prstGeom>
        </p:spPr>
      </p:pic>
      <p:sp>
        <p:nvSpPr>
          <p:cNvPr id="4" name="圆角矩形 38"/>
          <p:cNvSpPr/>
          <p:nvPr>
            <p:custDataLst>
              <p:tags r:id="rId2"/>
            </p:custDataLst>
          </p:nvPr>
        </p:nvSpPr>
        <p:spPr>
          <a:xfrm>
            <a:off x="491490" y="1134745"/>
            <a:ext cx="86550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一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圆角矩形 38"/>
          <p:cNvSpPr/>
          <p:nvPr/>
        </p:nvSpPr>
        <p:spPr>
          <a:xfrm>
            <a:off x="569595" y="1980565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53410" b="-10319"/>
          <a:stretch>
            <a:fillRect/>
          </a:stretch>
        </p:blipFill>
        <p:spPr>
          <a:xfrm>
            <a:off x="1829435" y="1530350"/>
            <a:ext cx="5893308" cy="158038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r="43169" b="-17619"/>
          <a:stretch>
            <a:fillRect/>
          </a:stretch>
        </p:blipFill>
        <p:spPr>
          <a:xfrm>
            <a:off x="659765" y="2880360"/>
            <a:ext cx="7188708" cy="112928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70" y="4050665"/>
            <a:ext cx="2712720" cy="12496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190" y="4264025"/>
            <a:ext cx="2499360" cy="103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3172" b="1599"/>
          <a:stretch>
            <a:fillRect/>
          </a:stretch>
        </p:blipFill>
        <p:spPr>
          <a:xfrm>
            <a:off x="1379220" y="821055"/>
            <a:ext cx="10999470" cy="14071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17234" b="-4473"/>
          <a:stretch>
            <a:fillRect/>
          </a:stretch>
        </p:blipFill>
        <p:spPr>
          <a:xfrm>
            <a:off x="1379220" y="2070735"/>
            <a:ext cx="10487244" cy="997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t="-1" r="95543" b="-1260"/>
          <a:stretch>
            <a:fillRect/>
          </a:stretch>
        </p:blipFill>
        <p:spPr>
          <a:xfrm>
            <a:off x="695425" y="2070785"/>
            <a:ext cx="564331" cy="9666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26790" b="-4473"/>
          <a:stretch>
            <a:fillRect/>
          </a:stretch>
        </p:blipFill>
        <p:spPr>
          <a:xfrm>
            <a:off x="659765" y="3150870"/>
            <a:ext cx="9276415" cy="9973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r="66894" b="-4473"/>
          <a:stretch>
            <a:fillRect/>
          </a:stretch>
        </p:blipFill>
        <p:spPr>
          <a:xfrm>
            <a:off x="659765" y="4140835"/>
            <a:ext cx="4194810" cy="997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11368" t="5018" r="29269" b="-722"/>
          <a:stretch>
            <a:fillRect/>
          </a:stretch>
        </p:blipFill>
        <p:spPr>
          <a:xfrm>
            <a:off x="1815465" y="5138420"/>
            <a:ext cx="7520305" cy="136842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1513820" y="1890395"/>
            <a:ext cx="791210" cy="956945"/>
            <a:chOff x="15156" y="1299"/>
            <a:chExt cx="1246" cy="1507"/>
          </a:xfrm>
        </p:grpSpPr>
        <p:sp>
          <p:nvSpPr>
            <p:cNvPr id="17" name="矩形 16"/>
            <p:cNvSpPr/>
            <p:nvPr/>
          </p:nvSpPr>
          <p:spPr>
            <a:xfrm>
              <a:off x="15156" y="1446"/>
              <a:ext cx="1247" cy="136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5496" y="1299"/>
              <a:ext cx="674" cy="1492"/>
            </a:xfrm>
            <a:prstGeom prst="rect">
              <a:avLst/>
            </a:prstGeom>
          </p:spPr>
        </p:pic>
      </p:grpSp>
      <p:pic>
        <p:nvPicPr>
          <p:cNvPr id="19" name="图片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6"/>
          <a:srcRect l="33121" r="9050" b="-4473"/>
          <a:stretch>
            <a:fillRect/>
          </a:stretch>
        </p:blipFill>
        <p:spPr>
          <a:xfrm>
            <a:off x="4943475" y="4140835"/>
            <a:ext cx="7327265" cy="9975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"/>
          <a:srcRect l="70481" t="10037" r="14502" b="1276"/>
          <a:stretch>
            <a:fillRect/>
          </a:stretch>
        </p:blipFill>
        <p:spPr>
          <a:xfrm>
            <a:off x="9479280" y="5238750"/>
            <a:ext cx="1902460" cy="12680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/>
          <a:srcRect t="3464" r="93935" b="1276"/>
          <a:stretch>
            <a:fillRect/>
          </a:stretch>
        </p:blipFill>
        <p:spPr>
          <a:xfrm>
            <a:off x="659765" y="5127625"/>
            <a:ext cx="768350" cy="1362075"/>
          </a:xfrm>
          <a:prstGeom prst="rect">
            <a:avLst/>
          </a:prstGeom>
        </p:spPr>
      </p:pic>
      <p:sp>
        <p:nvSpPr>
          <p:cNvPr id="10" name="圆角矩形 38"/>
          <p:cNvSpPr/>
          <p:nvPr>
            <p:custDataLst>
              <p:tags r:id="rId14"/>
            </p:custDataLst>
          </p:nvPr>
        </p:nvSpPr>
        <p:spPr>
          <a:xfrm>
            <a:off x="389255" y="1278890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857" r="70466" b="-38055"/>
          <a:stretch>
            <a:fillRect/>
          </a:stretch>
        </p:blipFill>
        <p:spPr>
          <a:xfrm>
            <a:off x="1649730" y="990600"/>
            <a:ext cx="3500239" cy="115464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7813" r="36346" b="-18051"/>
          <a:stretch>
            <a:fillRect/>
          </a:stretch>
        </p:blipFill>
        <p:spPr>
          <a:xfrm>
            <a:off x="1379220" y="1800225"/>
            <a:ext cx="7075805" cy="1127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53412" b="4633"/>
          <a:stretch>
            <a:fillRect/>
          </a:stretch>
        </p:blipFill>
        <p:spPr>
          <a:xfrm>
            <a:off x="389255" y="2700655"/>
            <a:ext cx="5903173" cy="91040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85703" b="-6720"/>
          <a:stretch>
            <a:fillRect/>
          </a:stretch>
        </p:blipFill>
        <p:spPr>
          <a:xfrm>
            <a:off x="2189480" y="3510280"/>
            <a:ext cx="1811020" cy="2033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r="63642" b="4633"/>
          <a:stretch>
            <a:fillRect/>
          </a:stretch>
        </p:blipFill>
        <p:spPr>
          <a:xfrm>
            <a:off x="659765" y="5400675"/>
            <a:ext cx="4606946" cy="91040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4407" r="69988" b="-6720"/>
          <a:stretch>
            <a:fillRect/>
          </a:stretch>
        </p:blipFill>
        <p:spPr>
          <a:xfrm>
            <a:off x="4014470" y="3510280"/>
            <a:ext cx="1976755" cy="2033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30128" r="48141" b="-6720"/>
          <a:stretch>
            <a:fillRect/>
          </a:stretch>
        </p:blipFill>
        <p:spPr>
          <a:xfrm>
            <a:off x="6005830" y="3510280"/>
            <a:ext cx="2752725" cy="2033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51703" r="36346" b="-6720"/>
          <a:stretch>
            <a:fillRect/>
          </a:stretch>
        </p:blipFill>
        <p:spPr>
          <a:xfrm>
            <a:off x="8738870" y="3599815"/>
            <a:ext cx="1513840" cy="2033905"/>
          </a:xfrm>
          <a:prstGeom prst="rect">
            <a:avLst/>
          </a:prstGeom>
        </p:spPr>
      </p:pic>
      <p:sp>
        <p:nvSpPr>
          <p:cNvPr id="9" name="圆角矩形 38"/>
          <p:cNvSpPr/>
          <p:nvPr>
            <p:custDataLst>
              <p:tags r:id="rId6"/>
            </p:custDataLst>
          </p:nvPr>
        </p:nvSpPr>
        <p:spPr>
          <a:xfrm>
            <a:off x="491490" y="1134745"/>
            <a:ext cx="86550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二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圆角矩形 38"/>
          <p:cNvSpPr/>
          <p:nvPr/>
        </p:nvSpPr>
        <p:spPr>
          <a:xfrm>
            <a:off x="491490" y="1980565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t="-1" r="95543" b="-1260"/>
          <a:stretch>
            <a:fillRect/>
          </a:stretch>
        </p:blipFill>
        <p:spPr>
          <a:xfrm>
            <a:off x="797025" y="2060625"/>
            <a:ext cx="564331" cy="96663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r="75559" b="1599"/>
          <a:stretch>
            <a:fillRect/>
          </a:stretch>
        </p:blipFill>
        <p:spPr>
          <a:xfrm>
            <a:off x="1415415" y="1890395"/>
            <a:ext cx="3096260" cy="140716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569595" y="1062990"/>
            <a:ext cx="7856855" cy="996950"/>
            <a:chOff x="876" y="2609"/>
            <a:chExt cx="12373" cy="1570"/>
          </a:xfrm>
        </p:grpSpPr>
        <p:sp>
          <p:nvSpPr>
            <p:cNvPr id="12" name="圆角矩形 38"/>
            <p:cNvSpPr/>
            <p:nvPr>
              <p:custDataLst>
                <p:tags r:id="rId4"/>
              </p:custDataLst>
            </p:nvPr>
          </p:nvSpPr>
          <p:spPr>
            <a:xfrm>
              <a:off x="876" y="2920"/>
              <a:ext cx="1437" cy="775"/>
            </a:xfrm>
            <a:prstGeom prst="roundRect">
              <a:avLst>
                <a:gd name="adj" fmla="val 50000"/>
              </a:avLst>
            </a:prstGeom>
            <a:solidFill>
              <a:srgbClr val="2B5284"/>
            </a:solidFill>
            <a:ln w="25400" cap="flat" cmpd="sng" algn="ctr">
              <a:noFill/>
              <a:prstDash val="solid"/>
            </a:ln>
            <a:effectLst>
              <a:outerShdw blurRad="76200" dist="76200" dir="2700000" algn="tl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例</a:t>
              </a:r>
              <a:r>
                <a:rPr lang="en-US" altLang="zh-CN" sz="24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rcRect r="45902" b="-4473"/>
            <a:stretch>
              <a:fillRect/>
            </a:stretch>
          </p:blipFill>
          <p:spPr>
            <a:xfrm>
              <a:off x="2455" y="2609"/>
              <a:ext cx="10795" cy="1571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rcRect r="67151" b="-4473"/>
          <a:stretch>
            <a:fillRect/>
          </a:stretch>
        </p:blipFill>
        <p:spPr>
          <a:xfrm>
            <a:off x="659765" y="3194050"/>
            <a:ext cx="4162425" cy="9975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rcRect r="44492" b="1599"/>
          <a:stretch>
            <a:fillRect/>
          </a:stretch>
        </p:blipFill>
        <p:spPr>
          <a:xfrm>
            <a:off x="659765" y="3960495"/>
            <a:ext cx="7031990" cy="14071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80" y="5454650"/>
            <a:ext cx="7828551" cy="110093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2170" y="5454650"/>
            <a:ext cx="3113888" cy="100949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"/>
          <a:srcRect l="24441" t="5018" r="44297" b="1599"/>
          <a:stretch>
            <a:fillRect/>
          </a:stretch>
        </p:blipFill>
        <p:spPr>
          <a:xfrm>
            <a:off x="4617085" y="1980565"/>
            <a:ext cx="3960495" cy="1335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"/>
          <a:srcRect l="55132" t="5018" r="34974" b="1599"/>
          <a:stretch>
            <a:fillRect/>
          </a:stretch>
        </p:blipFill>
        <p:spPr>
          <a:xfrm>
            <a:off x="8470265" y="1980565"/>
            <a:ext cx="1253490" cy="1335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/>
          <a:srcRect l="32388" r="39078" b="-4473"/>
          <a:stretch>
            <a:fillRect/>
          </a:stretch>
        </p:blipFill>
        <p:spPr>
          <a:xfrm>
            <a:off x="4799330" y="3150870"/>
            <a:ext cx="3615690" cy="997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/>
          <a:srcRect l="55137" t="10080" r="19966" b="1599"/>
          <a:stretch>
            <a:fillRect/>
          </a:stretch>
        </p:blipFill>
        <p:spPr>
          <a:xfrm>
            <a:off x="7823835" y="4104640"/>
            <a:ext cx="3154045" cy="1263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972" t="11372" r="51703" b="4633"/>
          <a:stretch>
            <a:fillRect/>
          </a:stretch>
        </p:blipFill>
        <p:spPr>
          <a:xfrm>
            <a:off x="1830070" y="1099185"/>
            <a:ext cx="5489575" cy="802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78987" b="-40446"/>
          <a:stretch>
            <a:fillRect/>
          </a:stretch>
        </p:blipFill>
        <p:spPr>
          <a:xfrm>
            <a:off x="749300" y="1890395"/>
            <a:ext cx="2664294" cy="6729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73515" b="4633"/>
          <a:stretch>
            <a:fillRect/>
          </a:stretch>
        </p:blipFill>
        <p:spPr>
          <a:xfrm>
            <a:off x="569595" y="2430780"/>
            <a:ext cx="3355975" cy="910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58776" b="4633"/>
          <a:stretch>
            <a:fillRect/>
          </a:stretch>
        </p:blipFill>
        <p:spPr>
          <a:xfrm>
            <a:off x="569595" y="3150235"/>
            <a:ext cx="5223510" cy="910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r="44879" b="4633"/>
          <a:stretch>
            <a:fillRect/>
          </a:stretch>
        </p:blipFill>
        <p:spPr>
          <a:xfrm>
            <a:off x="569595" y="3960495"/>
            <a:ext cx="6984380" cy="91040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r="60760" b="4633"/>
          <a:stretch>
            <a:fillRect/>
          </a:stretch>
        </p:blipFill>
        <p:spPr>
          <a:xfrm>
            <a:off x="569595" y="4770755"/>
            <a:ext cx="4972050" cy="9105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rcRect r="50066" b="-10448"/>
          <a:stretch>
            <a:fillRect/>
          </a:stretch>
        </p:blipFill>
        <p:spPr>
          <a:xfrm>
            <a:off x="2369185" y="5580380"/>
            <a:ext cx="6325870" cy="15792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26991" t="-9444" r="36346" b="4633"/>
          <a:stretch>
            <a:fillRect/>
          </a:stretch>
        </p:blipFill>
        <p:spPr>
          <a:xfrm>
            <a:off x="3989705" y="2340610"/>
            <a:ext cx="4645660" cy="10007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41193" r="41728" b="4633"/>
          <a:stretch>
            <a:fillRect/>
          </a:stretch>
        </p:blipFill>
        <p:spPr>
          <a:xfrm>
            <a:off x="5789295" y="3150235"/>
            <a:ext cx="2164080" cy="9105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58242" r="17583" b="4633"/>
          <a:stretch>
            <a:fillRect/>
          </a:stretch>
        </p:blipFill>
        <p:spPr>
          <a:xfrm>
            <a:off x="7949565" y="3150235"/>
            <a:ext cx="3063240" cy="910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rcRect l="39064" t="9377" r="26116" b="4633"/>
          <a:stretch>
            <a:fillRect/>
          </a:stretch>
        </p:blipFill>
        <p:spPr>
          <a:xfrm>
            <a:off x="5519420" y="4860290"/>
            <a:ext cx="4411980" cy="8210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rcRect r="82405" b="-40575"/>
          <a:stretch>
            <a:fillRect/>
          </a:stretch>
        </p:blipFill>
        <p:spPr>
          <a:xfrm>
            <a:off x="8669655" y="5817870"/>
            <a:ext cx="2229512" cy="1341977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3925570" y="5580380"/>
            <a:ext cx="1778635" cy="1146175"/>
            <a:chOff x="6182" y="8788"/>
            <a:chExt cx="2801" cy="1805"/>
          </a:xfrm>
        </p:grpSpPr>
        <p:cxnSp>
          <p:nvCxnSpPr>
            <p:cNvPr id="16" name="直接连接符 15"/>
            <p:cNvCxnSpPr/>
            <p:nvPr/>
          </p:nvCxnSpPr>
          <p:spPr>
            <a:xfrm flipV="1">
              <a:off x="6182" y="9355"/>
              <a:ext cx="819" cy="1124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6283" y="9469"/>
              <a:ext cx="819" cy="1124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7001" y="8788"/>
              <a:ext cx="198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319645" y="4529455"/>
            <a:ext cx="3416935" cy="2038350"/>
            <a:chOff x="11527" y="7133"/>
            <a:chExt cx="5381" cy="3210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928" y="7133"/>
              <a:ext cx="1980" cy="1290"/>
            </a:xfrm>
            <a:prstGeom prst="rect">
              <a:avLst/>
            </a:prstGeom>
          </p:spPr>
        </p:pic>
        <p:cxnSp>
          <p:nvCxnSpPr>
            <p:cNvPr id="21" name="直接连接符 20"/>
            <p:cNvCxnSpPr/>
            <p:nvPr/>
          </p:nvCxnSpPr>
          <p:spPr>
            <a:xfrm flipV="1">
              <a:off x="11527" y="8221"/>
              <a:ext cx="3260" cy="1923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V="1">
              <a:off x="11727" y="8421"/>
              <a:ext cx="3260" cy="1923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圆角矩形 38"/>
          <p:cNvSpPr/>
          <p:nvPr>
            <p:custDataLst>
              <p:tags r:id="rId10"/>
            </p:custDataLst>
          </p:nvPr>
        </p:nvSpPr>
        <p:spPr>
          <a:xfrm>
            <a:off x="659765" y="1170940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3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82405" b="4777"/>
          <a:stretch>
            <a:fillRect/>
          </a:stretch>
        </p:blipFill>
        <p:spPr>
          <a:xfrm>
            <a:off x="749300" y="2430780"/>
            <a:ext cx="2230926" cy="4562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27825" b="4640"/>
          <a:stretch>
            <a:fillRect/>
          </a:stretch>
        </p:blipFill>
        <p:spPr>
          <a:xfrm>
            <a:off x="749300" y="2701290"/>
            <a:ext cx="9142353" cy="18171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30064" b="-2000"/>
          <a:stretch>
            <a:fillRect/>
          </a:stretch>
        </p:blipFill>
        <p:spPr>
          <a:xfrm>
            <a:off x="1829435" y="4500245"/>
            <a:ext cx="8858798" cy="194372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92634" b="-40446"/>
          <a:stretch>
            <a:fillRect/>
          </a:stretch>
        </p:blipFill>
        <p:spPr>
          <a:xfrm>
            <a:off x="7229475" y="4680585"/>
            <a:ext cx="778230" cy="5607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90938" b="-85669"/>
          <a:stretch>
            <a:fillRect/>
          </a:stretch>
        </p:blipFill>
        <p:spPr>
          <a:xfrm>
            <a:off x="8579485" y="4681855"/>
            <a:ext cx="957528" cy="74135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rcRect l="7101" r="84114" b="5763"/>
          <a:stretch>
            <a:fillRect/>
          </a:stretch>
        </p:blipFill>
        <p:spPr>
          <a:xfrm>
            <a:off x="10108565" y="4950460"/>
            <a:ext cx="1113155" cy="8997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rcRect r="60224" b="4633"/>
          <a:stretch>
            <a:fillRect/>
          </a:stretch>
        </p:blipFill>
        <p:spPr>
          <a:xfrm>
            <a:off x="749300" y="6110605"/>
            <a:ext cx="5040038" cy="9104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rcRect l="5680" t="4565" r="7353" b="4640"/>
          <a:stretch>
            <a:fillRect/>
          </a:stretch>
        </p:blipFill>
        <p:spPr>
          <a:xfrm>
            <a:off x="1379220" y="807720"/>
            <a:ext cx="11015980" cy="1730375"/>
          </a:xfrm>
          <a:prstGeom prst="rect">
            <a:avLst/>
          </a:prstGeom>
        </p:spPr>
      </p:pic>
      <p:sp>
        <p:nvSpPr>
          <p:cNvPr id="3" name="圆角矩形 38"/>
          <p:cNvSpPr/>
          <p:nvPr>
            <p:custDataLst>
              <p:tags r:id="rId10"/>
            </p:custDataLst>
          </p:nvPr>
        </p:nvSpPr>
        <p:spPr>
          <a:xfrm>
            <a:off x="569595" y="1426845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4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971" r="22698" b="-13523"/>
          <a:stretch>
            <a:fillRect/>
          </a:stretch>
        </p:blipFill>
        <p:spPr>
          <a:xfrm>
            <a:off x="1468755" y="1706880"/>
            <a:ext cx="9164955" cy="1083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47481" b="4633"/>
          <a:stretch>
            <a:fillRect/>
          </a:stretch>
        </p:blipFill>
        <p:spPr>
          <a:xfrm>
            <a:off x="659765" y="2607310"/>
            <a:ext cx="6654800" cy="9105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61933" b="4633"/>
          <a:stretch>
            <a:fillRect/>
          </a:stretch>
        </p:blipFill>
        <p:spPr>
          <a:xfrm>
            <a:off x="3089275" y="3507740"/>
            <a:ext cx="4823492" cy="9104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36346" b="4633"/>
          <a:stretch>
            <a:fillRect/>
          </a:stretch>
        </p:blipFill>
        <p:spPr>
          <a:xfrm>
            <a:off x="749300" y="4318635"/>
            <a:ext cx="8065587" cy="9104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r="55109" b="4633"/>
          <a:stretch>
            <a:fillRect/>
          </a:stretch>
        </p:blipFill>
        <p:spPr>
          <a:xfrm>
            <a:off x="3809365" y="5016500"/>
            <a:ext cx="5688152" cy="91040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rcRect r="56818" b="-10448"/>
          <a:stretch>
            <a:fillRect/>
          </a:stretch>
        </p:blipFill>
        <p:spPr>
          <a:xfrm>
            <a:off x="660400" y="5580380"/>
            <a:ext cx="5470444" cy="1579537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5879465" y="5253990"/>
            <a:ext cx="423545" cy="505460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139305" y="5271135"/>
            <a:ext cx="423545" cy="505460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52559" r="21001" b="-3680"/>
          <a:stretch>
            <a:fillRect/>
          </a:stretch>
        </p:blipFill>
        <p:spPr>
          <a:xfrm>
            <a:off x="7319645" y="2607310"/>
            <a:ext cx="3350260" cy="989965"/>
          </a:xfrm>
          <a:prstGeom prst="rect">
            <a:avLst/>
          </a:prstGeom>
        </p:spPr>
      </p:pic>
      <p:sp>
        <p:nvSpPr>
          <p:cNvPr id="7" name="圆角矩形 38"/>
          <p:cNvSpPr/>
          <p:nvPr>
            <p:custDataLst>
              <p:tags r:id="rId7"/>
            </p:custDataLst>
          </p:nvPr>
        </p:nvSpPr>
        <p:spPr>
          <a:xfrm>
            <a:off x="491490" y="1134745"/>
            <a:ext cx="86550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三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rcRect l="5679" t="-8344" r="72175" b="4777"/>
          <a:stretch>
            <a:fillRect/>
          </a:stretch>
        </p:blipFill>
        <p:spPr>
          <a:xfrm>
            <a:off x="1469390" y="1080770"/>
            <a:ext cx="3273754" cy="578941"/>
          </a:xfrm>
          <a:prstGeom prst="rect">
            <a:avLst/>
          </a:prstGeom>
        </p:spPr>
      </p:pic>
      <p:sp>
        <p:nvSpPr>
          <p:cNvPr id="13" name="圆角矩形 38"/>
          <p:cNvSpPr/>
          <p:nvPr>
            <p:custDataLst>
              <p:tags r:id="rId9"/>
            </p:custDataLst>
          </p:nvPr>
        </p:nvSpPr>
        <p:spPr>
          <a:xfrm>
            <a:off x="491490" y="1980565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6776" r="19160" b="-1217"/>
          <a:stretch>
            <a:fillRect/>
          </a:stretch>
        </p:blipFill>
        <p:spPr>
          <a:xfrm>
            <a:off x="1847215" y="1062355"/>
            <a:ext cx="9605645" cy="9886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22650" b="-7188"/>
          <a:stretch>
            <a:fillRect/>
          </a:stretch>
        </p:blipFill>
        <p:spPr>
          <a:xfrm>
            <a:off x="1233603" y="1815399"/>
            <a:ext cx="10031739" cy="104734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5288" r="50603" b="-6397"/>
          <a:stretch>
            <a:fillRect/>
          </a:stretch>
        </p:blipFill>
        <p:spPr>
          <a:xfrm>
            <a:off x="1656606" y="2762885"/>
            <a:ext cx="5719554" cy="155702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7729843" y="5953106"/>
            <a:ext cx="4531444" cy="933327"/>
            <a:chOff x="11893" y="9158"/>
            <a:chExt cx="6972" cy="1436"/>
          </a:xfrm>
        </p:grpSpPr>
        <p:sp>
          <p:nvSpPr>
            <p:cNvPr id="18" name="圆角矩形 17"/>
            <p:cNvSpPr/>
            <p:nvPr/>
          </p:nvSpPr>
          <p:spPr>
            <a:xfrm>
              <a:off x="11893" y="9158"/>
              <a:ext cx="6972" cy="143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mpd="sng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89" y="9316"/>
              <a:ext cx="6529" cy="1085"/>
            </a:xfrm>
            <a:prstGeom prst="rect">
              <a:avLst/>
            </a:prstGeom>
          </p:spPr>
        </p:pic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rcRect r="58941" b="-1438"/>
          <a:stretch>
            <a:fillRect/>
          </a:stretch>
        </p:blipFill>
        <p:spPr>
          <a:xfrm>
            <a:off x="744842" y="4186673"/>
            <a:ext cx="5325032" cy="991172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rcRect r="53448" b="-7188"/>
          <a:stretch>
            <a:fillRect/>
          </a:stretch>
        </p:blipFill>
        <p:spPr>
          <a:xfrm>
            <a:off x="1095814" y="5073853"/>
            <a:ext cx="6037461" cy="104734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rcRect r="79155" b="-4473"/>
          <a:stretch>
            <a:fillRect/>
          </a:stretch>
        </p:blipFill>
        <p:spPr>
          <a:xfrm>
            <a:off x="1095814" y="5912288"/>
            <a:ext cx="2703434" cy="1020812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rcRect l="49422" r="18739" b="-6397"/>
          <a:stretch>
            <a:fillRect/>
          </a:stretch>
        </p:blipFill>
        <p:spPr>
          <a:xfrm>
            <a:off x="7379520" y="2834390"/>
            <a:ext cx="4128476" cy="1557278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rcRect l="41194" r="34024" b="-1438"/>
          <a:stretch>
            <a:fillRect/>
          </a:stretch>
        </p:blipFill>
        <p:spPr>
          <a:xfrm>
            <a:off x="6087422" y="4186673"/>
            <a:ext cx="3213998" cy="991172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rcRect l="66276" r="17752" b="2021"/>
          <a:stretch>
            <a:fillRect/>
          </a:stretch>
        </p:blipFill>
        <p:spPr>
          <a:xfrm>
            <a:off x="9340416" y="4186673"/>
            <a:ext cx="2071387" cy="957375"/>
          </a:xfrm>
          <a:prstGeom prst="rect">
            <a:avLst/>
          </a:prstGeom>
        </p:spPr>
      </p:pic>
      <p:sp>
        <p:nvSpPr>
          <p:cNvPr id="12" name="圆角矩形 38"/>
          <p:cNvSpPr/>
          <p:nvPr>
            <p:custDataLst>
              <p:tags r:id="rId8"/>
            </p:custDataLst>
          </p:nvPr>
        </p:nvSpPr>
        <p:spPr>
          <a:xfrm>
            <a:off x="695325" y="1278255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 t="-1" r="95543" b="-1260"/>
          <a:stretch>
            <a:fillRect/>
          </a:stretch>
        </p:blipFill>
        <p:spPr>
          <a:xfrm>
            <a:off x="893545" y="2941370"/>
            <a:ext cx="564331" cy="966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6776" t="-2015" r="19160" b="-4792"/>
          <a:stretch>
            <a:fillRect/>
          </a:stretch>
        </p:blipFill>
        <p:spPr>
          <a:xfrm>
            <a:off x="1775460" y="989965"/>
            <a:ext cx="9605645" cy="1043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22650" b="-7188"/>
          <a:stretch>
            <a:fillRect/>
          </a:stretch>
        </p:blipFill>
        <p:spPr>
          <a:xfrm>
            <a:off x="1233603" y="1815399"/>
            <a:ext cx="10031739" cy="104734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4558" t="7408" r="34168" b="-12620"/>
          <a:stretch>
            <a:fillRect/>
          </a:stretch>
        </p:blipFill>
        <p:spPr>
          <a:xfrm>
            <a:off x="1631315" y="2790190"/>
            <a:ext cx="7947025" cy="1028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77213" b="-4633"/>
          <a:stretch>
            <a:fillRect/>
          </a:stretch>
        </p:blipFill>
        <p:spPr>
          <a:xfrm>
            <a:off x="2234525" y="3732230"/>
            <a:ext cx="2955318" cy="10223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603" y="4696104"/>
            <a:ext cx="6103018" cy="81238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r="64195" b="-7188"/>
          <a:stretch>
            <a:fillRect/>
          </a:stretch>
        </p:blipFill>
        <p:spPr>
          <a:xfrm>
            <a:off x="7199485" y="4624349"/>
            <a:ext cx="4643601" cy="104734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rcRect r="70503" b="958"/>
          <a:stretch>
            <a:fillRect/>
          </a:stretch>
        </p:blipFill>
        <p:spPr>
          <a:xfrm>
            <a:off x="1009371" y="5497491"/>
            <a:ext cx="3825600" cy="9677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rcRect t="13637" r="73884" b="14654"/>
          <a:stretch>
            <a:fillRect/>
          </a:stretch>
        </p:blipFill>
        <p:spPr>
          <a:xfrm>
            <a:off x="1039918" y="6303428"/>
            <a:ext cx="3386884" cy="7006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22817" r="65141" b="-2637"/>
          <a:stretch>
            <a:fillRect/>
          </a:stretch>
        </p:blipFill>
        <p:spPr>
          <a:xfrm>
            <a:off x="5193742" y="3728980"/>
            <a:ext cx="1561827" cy="10028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34293" r="38079" b="-2637"/>
          <a:stretch>
            <a:fillRect/>
          </a:stretch>
        </p:blipFill>
        <p:spPr>
          <a:xfrm>
            <a:off x="6682125" y="3728980"/>
            <a:ext cx="3583169" cy="10028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rcRect l="29352" r="46012" b="-106"/>
          <a:stretch>
            <a:fillRect/>
          </a:stretch>
        </p:blipFill>
        <p:spPr>
          <a:xfrm>
            <a:off x="4816122" y="5497491"/>
            <a:ext cx="3195149" cy="9781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rcRect l="53933" r="16464" b="1025"/>
          <a:stretch>
            <a:fillRect/>
          </a:stretch>
        </p:blipFill>
        <p:spPr>
          <a:xfrm>
            <a:off x="8004121" y="5497491"/>
            <a:ext cx="3839248" cy="967124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8526030" y="5453945"/>
            <a:ext cx="1488383" cy="0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38"/>
          <p:cNvSpPr/>
          <p:nvPr>
            <p:custDataLst>
              <p:tags r:id="rId9"/>
            </p:custDataLst>
          </p:nvPr>
        </p:nvSpPr>
        <p:spPr>
          <a:xfrm>
            <a:off x="695325" y="1206500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 t="-1" r="95543" b="-1260"/>
          <a:stretch>
            <a:fillRect/>
          </a:stretch>
        </p:blipFill>
        <p:spPr>
          <a:xfrm>
            <a:off x="1066900" y="2744520"/>
            <a:ext cx="564331" cy="966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1321" r="68709" b="-1151"/>
          <a:stretch>
            <a:fillRect/>
          </a:stretch>
        </p:blipFill>
        <p:spPr>
          <a:xfrm>
            <a:off x="697918" y="1998553"/>
            <a:ext cx="2590047" cy="98857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77783" b="-10064"/>
          <a:stretch>
            <a:fillRect/>
          </a:stretch>
        </p:blipFill>
        <p:spPr>
          <a:xfrm>
            <a:off x="748741" y="3798575"/>
            <a:ext cx="2881374" cy="10754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58984" b="4313"/>
          <a:stretch>
            <a:fillRect/>
          </a:stretch>
        </p:blipFill>
        <p:spPr>
          <a:xfrm>
            <a:off x="1055622" y="4693055"/>
            <a:ext cx="5319182" cy="9352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r="93561" b="-58280"/>
          <a:stretch>
            <a:fillRect/>
          </a:stretch>
        </p:blipFill>
        <p:spPr>
          <a:xfrm>
            <a:off x="8399641" y="3961974"/>
            <a:ext cx="835834" cy="77603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r="70658" b="-12939"/>
          <a:stretch>
            <a:fillRect/>
          </a:stretch>
        </p:blipFill>
        <p:spPr>
          <a:xfrm>
            <a:off x="5651956" y="4693265"/>
            <a:ext cx="3805411" cy="11035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rcRect r="61668" b="1278"/>
          <a:stretch>
            <a:fillRect/>
          </a:stretch>
        </p:blipFill>
        <p:spPr>
          <a:xfrm>
            <a:off x="838532" y="5814658"/>
            <a:ext cx="4971385" cy="9646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rcRect r="66601" b="-3463"/>
          <a:stretch>
            <a:fillRect/>
          </a:stretch>
        </p:blipFill>
        <p:spPr>
          <a:xfrm>
            <a:off x="2927350" y="3726815"/>
            <a:ext cx="4331598" cy="10109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rcRect l="3896" r="13154" b="-12939"/>
          <a:stretch>
            <a:fillRect/>
          </a:stretch>
        </p:blipFill>
        <p:spPr>
          <a:xfrm>
            <a:off x="1490165" y="1062355"/>
            <a:ext cx="10757715" cy="11036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rcRect r="54002" b="-1597"/>
          <a:stretch>
            <a:fillRect/>
          </a:stretch>
        </p:blipFill>
        <p:spPr>
          <a:xfrm>
            <a:off x="767260" y="3014205"/>
            <a:ext cx="5965661" cy="992716"/>
          </a:xfrm>
          <a:prstGeom prst="rect">
            <a:avLst/>
          </a:prstGeom>
        </p:spPr>
      </p:pic>
      <p:sp>
        <p:nvSpPr>
          <p:cNvPr id="2" name="圆角矩形 38"/>
          <p:cNvSpPr/>
          <p:nvPr>
            <p:custDataLst>
              <p:tags r:id="rId10"/>
            </p:custDataLst>
          </p:nvPr>
        </p:nvSpPr>
        <p:spPr>
          <a:xfrm>
            <a:off x="485775" y="1284605"/>
            <a:ext cx="834390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3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>
            <p:custDataLst>
              <p:tags r:id="rId11"/>
            </p:custDataLst>
          </p:nvPr>
        </p:nvCxnSpPr>
        <p:spPr>
          <a:xfrm>
            <a:off x="4223385" y="4590415"/>
            <a:ext cx="2952115" cy="0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7"/>
          <a:srcRect l="33313" t="7344" r="59788" b="-3463"/>
          <a:stretch>
            <a:fillRect/>
          </a:stretch>
        </p:blipFill>
        <p:spPr>
          <a:xfrm>
            <a:off x="7247890" y="3798570"/>
            <a:ext cx="894715" cy="939165"/>
          </a:xfrm>
          <a:prstGeom prst="rect">
            <a:avLst/>
          </a:prstGeom>
        </p:spPr>
      </p:pic>
      <p:cxnSp>
        <p:nvCxnSpPr>
          <p:cNvPr id="10" name="直接连接符 9"/>
          <p:cNvCxnSpPr/>
          <p:nvPr>
            <p:custDataLst>
              <p:tags r:id="rId13"/>
            </p:custDataLst>
          </p:nvPr>
        </p:nvCxnSpPr>
        <p:spPr>
          <a:xfrm flipV="1">
            <a:off x="2855595" y="5454650"/>
            <a:ext cx="2447925" cy="22860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1321" r="68709" b="6031"/>
          <a:stretch>
            <a:fillRect/>
          </a:stretch>
        </p:blipFill>
        <p:spPr>
          <a:xfrm>
            <a:off x="830448" y="1638185"/>
            <a:ext cx="2590047" cy="9183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45360" b="426"/>
          <a:stretch>
            <a:fillRect/>
          </a:stretch>
        </p:blipFill>
        <p:spPr>
          <a:xfrm>
            <a:off x="830635" y="3726618"/>
            <a:ext cx="7087871" cy="7306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r="75840" b="-1438"/>
          <a:stretch>
            <a:fillRect/>
          </a:stretch>
        </p:blipFill>
        <p:spPr>
          <a:xfrm>
            <a:off x="1115312" y="4252839"/>
            <a:ext cx="3133404" cy="9911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57468" b="1438"/>
          <a:stretch>
            <a:fillRect/>
          </a:stretch>
        </p:blipFill>
        <p:spPr>
          <a:xfrm>
            <a:off x="1616423" y="5042527"/>
            <a:ext cx="5516129" cy="963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r="85988" b="-4313"/>
          <a:stretch>
            <a:fillRect/>
          </a:stretch>
        </p:blipFill>
        <p:spPr>
          <a:xfrm>
            <a:off x="830635" y="5760721"/>
            <a:ext cx="1817257" cy="10191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rcRect l="3545" r="13154" b="-12939"/>
          <a:stretch>
            <a:fillRect/>
          </a:stretch>
        </p:blipFill>
        <p:spPr>
          <a:xfrm>
            <a:off x="1472638" y="904875"/>
            <a:ext cx="10803182" cy="11036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24156" r="54681" b="4016"/>
          <a:stretch>
            <a:fillRect/>
          </a:stretch>
        </p:blipFill>
        <p:spPr>
          <a:xfrm>
            <a:off x="4248066" y="4252839"/>
            <a:ext cx="2744734" cy="93787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45580" r="33898" b="-6759"/>
          <a:stretch>
            <a:fillRect/>
          </a:stretch>
        </p:blipFill>
        <p:spPr>
          <a:xfrm>
            <a:off x="7026598" y="4252839"/>
            <a:ext cx="2661541" cy="10431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66012" r="16608" b="-1970"/>
          <a:stretch>
            <a:fillRect/>
          </a:stretch>
        </p:blipFill>
        <p:spPr>
          <a:xfrm>
            <a:off x="9676440" y="4252839"/>
            <a:ext cx="2254023" cy="99637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rcRect l="14473" r="64835" b="-2982"/>
          <a:stretch>
            <a:fillRect/>
          </a:stretch>
        </p:blipFill>
        <p:spPr>
          <a:xfrm>
            <a:off x="2707687" y="5760721"/>
            <a:ext cx="2683639" cy="100612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l="35190" r="50166" b="-4313"/>
          <a:stretch>
            <a:fillRect/>
          </a:stretch>
        </p:blipFill>
        <p:spPr>
          <a:xfrm>
            <a:off x="5394576" y="5760721"/>
            <a:ext cx="1899151" cy="10191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rcRect r="52390" b="-1438"/>
          <a:stretch>
            <a:fillRect/>
          </a:stretch>
        </p:blipFill>
        <p:spPr>
          <a:xfrm>
            <a:off x="850133" y="2286447"/>
            <a:ext cx="6174515" cy="99117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rcRect r="58768" b="-4313"/>
          <a:stretch>
            <a:fillRect/>
          </a:stretch>
        </p:blipFill>
        <p:spPr>
          <a:xfrm>
            <a:off x="3287591" y="3078512"/>
            <a:ext cx="5347555" cy="101925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rcRect r="63521" b="-4313"/>
          <a:stretch>
            <a:fillRect/>
          </a:stretch>
        </p:blipFill>
        <p:spPr>
          <a:xfrm>
            <a:off x="7329474" y="5779569"/>
            <a:ext cx="4731010" cy="101925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rcRect l="47355" r="24395" b="-5562"/>
          <a:stretch>
            <a:fillRect/>
          </a:stretch>
        </p:blipFill>
        <p:spPr>
          <a:xfrm>
            <a:off x="7032141" y="2286447"/>
            <a:ext cx="3663762" cy="1031469"/>
          </a:xfrm>
          <a:prstGeom prst="rect">
            <a:avLst/>
          </a:prstGeom>
        </p:spPr>
      </p:pic>
      <p:sp>
        <p:nvSpPr>
          <p:cNvPr id="2" name="圆角矩形 38"/>
          <p:cNvSpPr/>
          <p:nvPr>
            <p:custDataLst>
              <p:tags r:id="rId10"/>
            </p:custDataLst>
          </p:nvPr>
        </p:nvSpPr>
        <p:spPr>
          <a:xfrm>
            <a:off x="478790" y="1136015"/>
            <a:ext cx="834390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3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1321" r="68709" b="6031"/>
          <a:stretch>
            <a:fillRect/>
          </a:stretch>
        </p:blipFill>
        <p:spPr>
          <a:xfrm>
            <a:off x="850133" y="1494293"/>
            <a:ext cx="2590047" cy="9183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3658" r="13154" b="-12939"/>
          <a:stretch>
            <a:fillRect/>
          </a:stretch>
        </p:blipFill>
        <p:spPr>
          <a:xfrm>
            <a:off x="1539948" y="903605"/>
            <a:ext cx="10788577" cy="1103630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7670547" y="3939010"/>
            <a:ext cx="4707580" cy="907979"/>
            <a:chOff x="11601" y="8268"/>
            <a:chExt cx="7243" cy="1397"/>
          </a:xfrm>
        </p:grpSpPr>
        <p:sp>
          <p:nvSpPr>
            <p:cNvPr id="34" name="矩形 33"/>
            <p:cNvSpPr/>
            <p:nvPr/>
          </p:nvSpPr>
          <p:spPr>
            <a:xfrm>
              <a:off x="11601" y="8268"/>
              <a:ext cx="7243" cy="128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"/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"/>
            <a:srcRect r="59277" b="-1438"/>
            <a:stretch>
              <a:fillRect/>
            </a:stretch>
          </p:blipFill>
          <p:spPr>
            <a:xfrm>
              <a:off x="11837" y="8394"/>
              <a:ext cx="6772" cy="1271"/>
            </a:xfrm>
            <a:prstGeom prst="rect">
              <a:avLst/>
            </a:prstGeom>
          </p:spPr>
        </p:pic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r="55594" b="-10064"/>
          <a:stretch>
            <a:fillRect/>
          </a:stretch>
        </p:blipFill>
        <p:spPr>
          <a:xfrm>
            <a:off x="961275" y="2945077"/>
            <a:ext cx="5759198" cy="107566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r="73246" b="-12939"/>
          <a:stretch>
            <a:fillRect/>
          </a:stretch>
        </p:blipFill>
        <p:spPr>
          <a:xfrm>
            <a:off x="4943231" y="3971848"/>
            <a:ext cx="3469824" cy="110353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r="85497" b="-7188"/>
          <a:stretch>
            <a:fillRect/>
          </a:stretch>
        </p:blipFill>
        <p:spPr>
          <a:xfrm>
            <a:off x="850133" y="4950583"/>
            <a:ext cx="1880952" cy="104706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rcRect r="62746" b="-12939"/>
          <a:stretch>
            <a:fillRect/>
          </a:stretch>
        </p:blipFill>
        <p:spPr>
          <a:xfrm>
            <a:off x="797487" y="5879012"/>
            <a:ext cx="4831721" cy="110361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rcRect r="45890" b="-1438"/>
          <a:stretch>
            <a:fillRect/>
          </a:stretch>
        </p:blipFill>
        <p:spPr>
          <a:xfrm>
            <a:off x="850133" y="2142196"/>
            <a:ext cx="7017499" cy="991172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rcRect l="54466" r="11325" b="757"/>
          <a:stretch>
            <a:fillRect/>
          </a:stretch>
        </p:blipFill>
        <p:spPr>
          <a:xfrm>
            <a:off x="7913779" y="2184868"/>
            <a:ext cx="4436552" cy="96972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rcRect l="14949" r="52281" b="-7787"/>
          <a:stretch>
            <a:fillRect/>
          </a:stretch>
        </p:blipFill>
        <p:spPr>
          <a:xfrm>
            <a:off x="2835727" y="4958838"/>
            <a:ext cx="4250016" cy="105291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315" y="3942503"/>
            <a:ext cx="4556589" cy="96961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472" y="3109134"/>
            <a:ext cx="3884095" cy="7253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rcRect r="66759" b="-4313"/>
          <a:stretch>
            <a:fillRect/>
          </a:stretch>
        </p:blipFill>
        <p:spPr>
          <a:xfrm>
            <a:off x="5511567" y="5891361"/>
            <a:ext cx="4311135" cy="1019251"/>
          </a:xfrm>
          <a:prstGeom prst="rect">
            <a:avLst/>
          </a:prstGeom>
        </p:spPr>
      </p:pic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>
            <a:off x="629285" y="1123315"/>
            <a:ext cx="834390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3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409" t="-30077" r="56818" b="-58599"/>
          <a:stretch>
            <a:fillRect/>
          </a:stretch>
        </p:blipFill>
        <p:spPr>
          <a:xfrm>
            <a:off x="1469390" y="900430"/>
            <a:ext cx="5142423" cy="10547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34974" b="-4473"/>
          <a:stretch>
            <a:fillRect/>
          </a:stretch>
        </p:blipFill>
        <p:spPr>
          <a:xfrm>
            <a:off x="1845945" y="1566545"/>
            <a:ext cx="8239433" cy="9973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43170" b="-4473"/>
          <a:stretch>
            <a:fillRect/>
          </a:stretch>
        </p:blipFill>
        <p:spPr>
          <a:xfrm>
            <a:off x="2423160" y="2313940"/>
            <a:ext cx="7200926" cy="997333"/>
          </a:xfrm>
          <a:prstGeom prst="rect">
            <a:avLst/>
          </a:prstGeom>
        </p:spPr>
      </p:pic>
      <p:sp>
        <p:nvSpPr>
          <p:cNvPr id="12" name="圆角矩形 38"/>
          <p:cNvSpPr/>
          <p:nvPr/>
        </p:nvSpPr>
        <p:spPr>
          <a:xfrm>
            <a:off x="840105" y="1769110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r="36363" b="-4473"/>
          <a:stretch>
            <a:fillRect/>
          </a:stretch>
        </p:blipFill>
        <p:spPr>
          <a:xfrm>
            <a:off x="982980" y="3222625"/>
            <a:ext cx="8063230" cy="9975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r="52902" b="-4473"/>
          <a:stretch>
            <a:fillRect/>
          </a:stretch>
        </p:blipFill>
        <p:spPr>
          <a:xfrm>
            <a:off x="1198880" y="4086860"/>
            <a:ext cx="5967730" cy="9975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r="49994" b="-22524"/>
          <a:stretch>
            <a:fillRect/>
          </a:stretch>
        </p:blipFill>
        <p:spPr>
          <a:xfrm>
            <a:off x="2207260" y="4950460"/>
            <a:ext cx="6336266" cy="11696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rcRect r="25430" b="-4473"/>
          <a:stretch>
            <a:fillRect/>
          </a:stretch>
        </p:blipFill>
        <p:spPr>
          <a:xfrm>
            <a:off x="982980" y="5742940"/>
            <a:ext cx="9448736" cy="99733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/>
          <a:srcRect l="63652" r="17234" b="-4473"/>
          <a:stretch>
            <a:fillRect/>
          </a:stretch>
        </p:blipFill>
        <p:spPr>
          <a:xfrm>
            <a:off x="9048115" y="3222625"/>
            <a:ext cx="2421890" cy="99758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9479915" y="2502535"/>
            <a:ext cx="1872615" cy="647700"/>
            <a:chOff x="14929" y="3941"/>
            <a:chExt cx="2949" cy="1020"/>
          </a:xfrm>
        </p:grpSpPr>
        <p:sp>
          <p:nvSpPr>
            <p:cNvPr id="11" name="矩形 10"/>
            <p:cNvSpPr/>
            <p:nvPr/>
          </p:nvSpPr>
          <p:spPr>
            <a:xfrm>
              <a:off x="14929" y="3941"/>
              <a:ext cx="2949" cy="10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929" y="4038"/>
              <a:ext cx="2881" cy="772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/>
          <a:srcRect l="47168" t="7515" r="19966" b="-4473"/>
          <a:stretch>
            <a:fillRect/>
          </a:stretch>
        </p:blipFill>
        <p:spPr>
          <a:xfrm>
            <a:off x="7175500" y="4158615"/>
            <a:ext cx="4164330" cy="925830"/>
          </a:xfrm>
          <a:prstGeom prst="rect">
            <a:avLst/>
          </a:prstGeom>
        </p:spPr>
      </p:pic>
      <p:sp>
        <p:nvSpPr>
          <p:cNvPr id="15" name="圆角矩形 38"/>
          <p:cNvSpPr/>
          <p:nvPr>
            <p:custDataLst>
              <p:tags r:id="rId12"/>
            </p:custDataLst>
          </p:nvPr>
        </p:nvSpPr>
        <p:spPr>
          <a:xfrm>
            <a:off x="491490" y="1045210"/>
            <a:ext cx="86550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四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34974" b="-4473"/>
          <a:stretch>
            <a:fillRect/>
          </a:stretch>
        </p:blipFill>
        <p:spPr>
          <a:xfrm>
            <a:off x="1918970" y="1062355"/>
            <a:ext cx="8239433" cy="9973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43170" b="-4473"/>
          <a:stretch>
            <a:fillRect/>
          </a:stretch>
        </p:blipFill>
        <p:spPr>
          <a:xfrm>
            <a:off x="2423160" y="1926590"/>
            <a:ext cx="7200926" cy="997333"/>
          </a:xfrm>
          <a:prstGeom prst="rect">
            <a:avLst/>
          </a:prstGeom>
        </p:spPr>
      </p:pic>
      <p:sp>
        <p:nvSpPr>
          <p:cNvPr id="12" name="圆角矩形 38"/>
          <p:cNvSpPr/>
          <p:nvPr>
            <p:custDataLst>
              <p:tags r:id="rId3"/>
            </p:custDataLst>
          </p:nvPr>
        </p:nvSpPr>
        <p:spPr>
          <a:xfrm>
            <a:off x="838835" y="1278255"/>
            <a:ext cx="91249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r="51354" b="-4473"/>
          <a:stretch>
            <a:fillRect/>
          </a:stretch>
        </p:blipFill>
        <p:spPr>
          <a:xfrm>
            <a:off x="2883535" y="3798570"/>
            <a:ext cx="6163944" cy="99733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r="19966" b="-22524"/>
          <a:stretch>
            <a:fillRect/>
          </a:stretch>
        </p:blipFill>
        <p:spPr>
          <a:xfrm>
            <a:off x="840105" y="5598795"/>
            <a:ext cx="10141076" cy="11696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66486" r="15874" b="-4473"/>
          <a:stretch>
            <a:fillRect/>
          </a:stretch>
        </p:blipFill>
        <p:spPr>
          <a:xfrm>
            <a:off x="9335770" y="4662805"/>
            <a:ext cx="2235200" cy="997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rcRect r="55446" b="-4473"/>
          <a:stretch>
            <a:fillRect/>
          </a:stretch>
        </p:blipFill>
        <p:spPr>
          <a:xfrm>
            <a:off x="911225" y="2924175"/>
            <a:ext cx="5645453" cy="9973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rcRect r="33614" b="-40575"/>
          <a:stretch>
            <a:fillRect/>
          </a:stretch>
        </p:blipFill>
        <p:spPr>
          <a:xfrm>
            <a:off x="923925" y="4662805"/>
            <a:ext cx="8411755" cy="13419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6536" b="639"/>
          <a:stretch>
            <a:fillRect/>
          </a:stretch>
        </p:blipFill>
        <p:spPr>
          <a:xfrm>
            <a:off x="718194" y="950056"/>
            <a:ext cx="10824661" cy="9708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r="55855" b="-4792"/>
          <a:stretch>
            <a:fillRect/>
          </a:stretch>
        </p:blipFill>
        <p:spPr>
          <a:xfrm>
            <a:off x="3843798" y="1770292"/>
            <a:ext cx="5725287" cy="102393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r="32459" b="-4792"/>
          <a:stretch>
            <a:fillRect/>
          </a:stretch>
        </p:blipFill>
        <p:spPr>
          <a:xfrm>
            <a:off x="809836" y="2659422"/>
            <a:ext cx="8759627" cy="1023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r="64173" b="-1917"/>
          <a:stretch>
            <a:fillRect/>
          </a:stretch>
        </p:blipFill>
        <p:spPr>
          <a:xfrm>
            <a:off x="1024320" y="4746800"/>
            <a:ext cx="4646485" cy="99572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rcRect t="11902" r="59439" b="4431"/>
          <a:stretch>
            <a:fillRect/>
          </a:stretch>
        </p:blipFill>
        <p:spPr>
          <a:xfrm>
            <a:off x="828685" y="5635281"/>
            <a:ext cx="5259387" cy="122450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rcRect r="54050" b="-15815"/>
          <a:stretch>
            <a:fillRect/>
          </a:stretch>
        </p:blipFill>
        <p:spPr>
          <a:xfrm>
            <a:off x="3335538" y="3753678"/>
            <a:ext cx="5959418" cy="1131634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880681" y="3780976"/>
            <a:ext cx="10393984" cy="1094514"/>
            <a:chOff x="2212" y="338"/>
            <a:chExt cx="15992" cy="1684"/>
          </a:xfrm>
        </p:grpSpPr>
        <p:sp>
          <p:nvSpPr>
            <p:cNvPr id="17" name="矩形 16"/>
            <p:cNvSpPr/>
            <p:nvPr/>
          </p:nvSpPr>
          <p:spPr>
            <a:xfrm>
              <a:off x="2212" y="430"/>
              <a:ext cx="15296" cy="1592"/>
            </a:xfrm>
            <a:prstGeom prst="rect">
              <a:avLst/>
            </a:prstGeom>
            <a:solidFill>
              <a:schemeClr val="bg2"/>
            </a:solidFill>
            <a:ln w="12700" cmpd="sng">
              <a:solidFill>
                <a:schemeClr val="bg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/>
            <a:srcRect r="20965" b="-10224"/>
            <a:stretch>
              <a:fillRect/>
            </a:stretch>
          </p:blipFill>
          <p:spPr>
            <a:xfrm>
              <a:off x="2433" y="338"/>
              <a:ext cx="15771" cy="1657"/>
            </a:xfrm>
            <a:prstGeom prst="rect">
              <a:avLst/>
            </a:prstGeom>
          </p:spPr>
        </p:pic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rcRect l="36007" t="-67" r="39903" b="-2449"/>
          <a:stretch>
            <a:fillRect/>
          </a:stretch>
        </p:blipFill>
        <p:spPr>
          <a:xfrm>
            <a:off x="5694203" y="4746150"/>
            <a:ext cx="3124305" cy="100157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l="60272" r="21772" b="-9168"/>
          <a:stretch>
            <a:fillRect/>
          </a:stretch>
        </p:blipFill>
        <p:spPr>
          <a:xfrm>
            <a:off x="8841256" y="4746800"/>
            <a:ext cx="2328767" cy="106656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rcRect l="40310" t="11902" r="17370" b="4431"/>
          <a:stretch>
            <a:fillRect/>
          </a:stretch>
        </p:blipFill>
        <p:spPr>
          <a:xfrm>
            <a:off x="6055574" y="5635281"/>
            <a:ext cx="5487519" cy="1224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6536" b="639"/>
          <a:stretch>
            <a:fillRect/>
          </a:stretch>
        </p:blipFill>
        <p:spPr>
          <a:xfrm>
            <a:off x="718194" y="981254"/>
            <a:ext cx="10824661" cy="9708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r="55855" b="-4792"/>
          <a:stretch>
            <a:fillRect/>
          </a:stretch>
        </p:blipFill>
        <p:spPr>
          <a:xfrm>
            <a:off x="3843798" y="1688137"/>
            <a:ext cx="5725287" cy="102393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r="32459" b="-4792"/>
          <a:stretch>
            <a:fillRect/>
          </a:stretch>
        </p:blipFill>
        <p:spPr>
          <a:xfrm>
            <a:off x="809836" y="2617825"/>
            <a:ext cx="8759627" cy="102393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r="64305" b="959"/>
          <a:stretch>
            <a:fillRect/>
          </a:stretch>
        </p:blipFill>
        <p:spPr>
          <a:xfrm>
            <a:off x="1103613" y="3452620"/>
            <a:ext cx="4628287" cy="14500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6343" r="61152" b="8694"/>
          <a:stretch>
            <a:fillRect/>
          </a:stretch>
        </p:blipFill>
        <p:spPr>
          <a:xfrm>
            <a:off x="1260901" y="4766428"/>
            <a:ext cx="5037104" cy="10971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rcRect t="18607" r="87489" b="14779"/>
          <a:stretch>
            <a:fillRect/>
          </a:stretch>
        </p:blipFill>
        <p:spPr>
          <a:xfrm>
            <a:off x="9525002" y="4794375"/>
            <a:ext cx="1622273" cy="9749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35861" r="18955" b="959"/>
          <a:stretch>
            <a:fillRect/>
          </a:stretch>
        </p:blipFill>
        <p:spPr>
          <a:xfrm>
            <a:off x="5753348" y="3452620"/>
            <a:ext cx="5858640" cy="14500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l="39134" t="16343" r="35287" b="8738"/>
          <a:stretch>
            <a:fillRect/>
          </a:stretch>
        </p:blipFill>
        <p:spPr>
          <a:xfrm>
            <a:off x="6346102" y="4766428"/>
            <a:ext cx="3316690" cy="10964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l="54565" t="18607" r="32342" b="6741"/>
          <a:stretch>
            <a:fillRect/>
          </a:stretch>
        </p:blipFill>
        <p:spPr>
          <a:xfrm>
            <a:off x="6746470" y="5834815"/>
            <a:ext cx="1697667" cy="109256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rcRect l="68755" t="18607" r="11686" b="14957"/>
          <a:stretch>
            <a:fillRect/>
          </a:stretch>
        </p:blipFill>
        <p:spPr>
          <a:xfrm>
            <a:off x="8611174" y="5834815"/>
            <a:ext cx="2536101" cy="97232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rcRect l="12376" t="18607" r="46031" b="13003"/>
          <a:stretch>
            <a:fillRect/>
          </a:stretch>
        </p:blipFill>
        <p:spPr>
          <a:xfrm>
            <a:off x="1260901" y="5834815"/>
            <a:ext cx="5393276" cy="1000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6536" b="639"/>
          <a:stretch>
            <a:fillRect/>
          </a:stretch>
        </p:blipFill>
        <p:spPr>
          <a:xfrm>
            <a:off x="718194" y="998802"/>
            <a:ext cx="10824661" cy="9708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r="55855" b="-4792"/>
          <a:stretch>
            <a:fillRect/>
          </a:stretch>
        </p:blipFill>
        <p:spPr>
          <a:xfrm>
            <a:off x="3843798" y="1778091"/>
            <a:ext cx="5725287" cy="102393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r="32459" b="-4792"/>
          <a:stretch>
            <a:fillRect/>
          </a:stretch>
        </p:blipFill>
        <p:spPr>
          <a:xfrm>
            <a:off x="809836" y="2659422"/>
            <a:ext cx="8759627" cy="102393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r="59116" b="-10064"/>
          <a:stretch>
            <a:fillRect/>
          </a:stretch>
        </p:blipFill>
        <p:spPr>
          <a:xfrm>
            <a:off x="1150410" y="3636556"/>
            <a:ext cx="5302284" cy="10756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r="73698" b="-5970"/>
          <a:stretch>
            <a:fillRect/>
          </a:stretch>
        </p:blipFill>
        <p:spPr>
          <a:xfrm>
            <a:off x="2874724" y="4211761"/>
            <a:ext cx="3410282" cy="155142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470406" y="2312092"/>
            <a:ext cx="2764883" cy="11991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r="78132" b="-8209"/>
          <a:stretch>
            <a:fillRect/>
          </a:stretch>
        </p:blipFill>
        <p:spPr>
          <a:xfrm>
            <a:off x="9569199" y="2119707"/>
            <a:ext cx="2835506" cy="15839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l="54652" t="10655" r="18065" b="5084"/>
          <a:stretch>
            <a:fillRect/>
          </a:stretch>
        </p:blipFill>
        <p:spPr>
          <a:xfrm>
            <a:off x="8050918" y="5394018"/>
            <a:ext cx="3537672" cy="12336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l="26297" r="52630" b="-5970"/>
          <a:stretch>
            <a:fillRect/>
          </a:stretch>
        </p:blipFill>
        <p:spPr>
          <a:xfrm>
            <a:off x="6284356" y="4211761"/>
            <a:ext cx="2732385" cy="15514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l="41110" r="37706" b="-10064"/>
          <a:stretch>
            <a:fillRect/>
          </a:stretch>
        </p:blipFill>
        <p:spPr>
          <a:xfrm>
            <a:off x="6481941" y="3636556"/>
            <a:ext cx="2747334" cy="107566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rcRect l="20693" t="10655" r="56872" b="1615"/>
          <a:stretch>
            <a:fillRect/>
          </a:stretch>
        </p:blipFill>
        <p:spPr>
          <a:xfrm>
            <a:off x="3647440" y="5394325"/>
            <a:ext cx="2908935" cy="128460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rcRect l="43083" t="10655" r="45218" b="5084"/>
          <a:stretch>
            <a:fillRect/>
          </a:stretch>
        </p:blipFill>
        <p:spPr>
          <a:xfrm>
            <a:off x="6550836" y="5394018"/>
            <a:ext cx="1516981" cy="12336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rcRect t="10655" r="84286" b="5084"/>
          <a:stretch>
            <a:fillRect/>
          </a:stretch>
        </p:blipFill>
        <p:spPr>
          <a:xfrm>
            <a:off x="964524" y="5394018"/>
            <a:ext cx="2037590" cy="123360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rcRect l="16105" t="10655" r="78751" b="1615"/>
          <a:stretch>
            <a:fillRect/>
          </a:stretch>
        </p:blipFill>
        <p:spPr>
          <a:xfrm>
            <a:off x="3002280" y="5394325"/>
            <a:ext cx="666115" cy="1284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196" y="3511174"/>
            <a:ext cx="6815105" cy="973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34247" b="-4134"/>
          <a:stretch>
            <a:fillRect/>
          </a:stretch>
        </p:blipFill>
        <p:spPr>
          <a:xfrm>
            <a:off x="2783334" y="4313205"/>
            <a:ext cx="8862009" cy="10213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5756" t="-6064" r="27377" b="5112"/>
          <a:stretch>
            <a:fillRect/>
          </a:stretch>
        </p:blipFill>
        <p:spPr>
          <a:xfrm>
            <a:off x="1847379" y="990444"/>
            <a:ext cx="9200986" cy="98567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r="56427" b="-22524"/>
          <a:stretch>
            <a:fillRect/>
          </a:stretch>
        </p:blipFill>
        <p:spPr>
          <a:xfrm>
            <a:off x="911225" y="1926590"/>
            <a:ext cx="5861999" cy="1169655"/>
          </a:xfrm>
          <a:prstGeom prst="rect">
            <a:avLst/>
          </a:prstGeom>
        </p:spPr>
      </p:pic>
      <p:sp>
        <p:nvSpPr>
          <p:cNvPr id="13" name="圆角矩形 38"/>
          <p:cNvSpPr/>
          <p:nvPr>
            <p:custDataLst>
              <p:tags r:id="rId5"/>
            </p:custDataLst>
          </p:nvPr>
        </p:nvSpPr>
        <p:spPr>
          <a:xfrm>
            <a:off x="767080" y="1237615"/>
            <a:ext cx="85153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rcRect r="17728" b="5911"/>
          <a:stretch>
            <a:fillRect/>
          </a:stretch>
        </p:blipFill>
        <p:spPr>
          <a:xfrm>
            <a:off x="982980" y="2718435"/>
            <a:ext cx="11068259" cy="8982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rcRect r="55146" b="-1438"/>
          <a:stretch>
            <a:fillRect/>
          </a:stretch>
        </p:blipFill>
        <p:spPr>
          <a:xfrm>
            <a:off x="2783205" y="5166995"/>
            <a:ext cx="6034321" cy="96835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rcRect r="28146" b="13738"/>
          <a:stretch>
            <a:fillRect/>
          </a:stretch>
        </p:blipFill>
        <p:spPr>
          <a:xfrm>
            <a:off x="1054735" y="5958840"/>
            <a:ext cx="9666810" cy="823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72301" b="13880"/>
          <a:stretch>
            <a:fillRect/>
          </a:stretch>
        </p:blipFill>
        <p:spPr>
          <a:xfrm>
            <a:off x="1196556" y="1602347"/>
            <a:ext cx="3731999" cy="4255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98" y="2529825"/>
            <a:ext cx="9178320" cy="973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r="63115" b="-4134"/>
          <a:stretch>
            <a:fillRect/>
          </a:stretch>
        </p:blipFill>
        <p:spPr>
          <a:xfrm>
            <a:off x="4729679" y="1388514"/>
            <a:ext cx="4971333" cy="10213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56554" b="-4134"/>
          <a:stretch>
            <a:fillRect/>
          </a:stretch>
        </p:blipFill>
        <p:spPr>
          <a:xfrm>
            <a:off x="2094785" y="3649687"/>
            <a:ext cx="5855506" cy="10213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r="74671" b="-4134"/>
          <a:stretch>
            <a:fillRect/>
          </a:stretch>
        </p:blipFill>
        <p:spPr>
          <a:xfrm>
            <a:off x="8759677" y="4671406"/>
            <a:ext cx="3282892" cy="10217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070" y="4663122"/>
            <a:ext cx="7376160" cy="944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rcRect r="56427" b="-22524"/>
          <a:stretch>
            <a:fillRect/>
          </a:stretch>
        </p:blipFill>
        <p:spPr>
          <a:xfrm>
            <a:off x="7607935" y="5887085"/>
            <a:ext cx="4396500" cy="877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51313" b="17091"/>
          <a:stretch>
            <a:fillRect/>
          </a:stretch>
        </p:blipFill>
        <p:spPr>
          <a:xfrm>
            <a:off x="1251152" y="1401513"/>
            <a:ext cx="6559508" cy="8132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37721" b="305"/>
          <a:stretch>
            <a:fillRect/>
          </a:stretch>
        </p:blipFill>
        <p:spPr>
          <a:xfrm>
            <a:off x="2054489" y="2317291"/>
            <a:ext cx="8071484" cy="9778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r="30314" b="-4134"/>
          <a:stretch>
            <a:fillRect/>
          </a:stretch>
        </p:blipFill>
        <p:spPr>
          <a:xfrm>
            <a:off x="1018470" y="3530096"/>
            <a:ext cx="9392201" cy="10213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89448" b="18807"/>
          <a:stretch>
            <a:fillRect/>
          </a:stretch>
        </p:blipFill>
        <p:spPr>
          <a:xfrm>
            <a:off x="10724158" y="5063976"/>
            <a:ext cx="1183242" cy="334359"/>
          </a:xfrm>
          <a:prstGeom prst="rect">
            <a:avLst/>
          </a:prstGeom>
        </p:spPr>
      </p:pic>
      <p:pic>
        <p:nvPicPr>
          <p:cNvPr id="9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232" y="4648658"/>
            <a:ext cx="6363650" cy="116535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rcRect r="56427" b="-22524"/>
          <a:stretch>
            <a:fillRect/>
          </a:stretch>
        </p:blipFill>
        <p:spPr>
          <a:xfrm>
            <a:off x="7607935" y="5887085"/>
            <a:ext cx="4396500" cy="87724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rcRect r="28146" b="-4473"/>
          <a:stretch>
            <a:fillRect/>
          </a:stretch>
        </p:blipFill>
        <p:spPr>
          <a:xfrm>
            <a:off x="982980" y="4734560"/>
            <a:ext cx="9666808" cy="99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681" r="70466" b="1702"/>
          <a:stretch>
            <a:fillRect/>
          </a:stretch>
        </p:blipFill>
        <p:spPr>
          <a:xfrm>
            <a:off x="1559560" y="995045"/>
            <a:ext cx="3526298" cy="8221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30882" b="-22553"/>
          <a:stretch>
            <a:fillRect/>
          </a:stretch>
        </p:blipFill>
        <p:spPr>
          <a:xfrm>
            <a:off x="1991360" y="1767205"/>
            <a:ext cx="8759781" cy="87857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32254" b="-46596"/>
          <a:stretch>
            <a:fillRect/>
          </a:stretch>
        </p:blipFill>
        <p:spPr>
          <a:xfrm>
            <a:off x="767080" y="2439670"/>
            <a:ext cx="8585897" cy="1050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10410" b="-22553"/>
          <a:stretch>
            <a:fillRect/>
          </a:stretch>
        </p:blipFill>
        <p:spPr>
          <a:xfrm>
            <a:off x="694055" y="3078480"/>
            <a:ext cx="11354312" cy="8785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r="92298" b="-22293"/>
          <a:stretch>
            <a:fillRect/>
          </a:stretch>
        </p:blipFill>
        <p:spPr>
          <a:xfrm>
            <a:off x="631190" y="3866515"/>
            <a:ext cx="976603" cy="5859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r="26297" b="15387"/>
          <a:stretch>
            <a:fillRect/>
          </a:stretch>
        </p:blipFill>
        <p:spPr>
          <a:xfrm>
            <a:off x="982980" y="6102350"/>
            <a:ext cx="9338945" cy="8077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03520" y="4230370"/>
            <a:ext cx="502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偶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rcRect r="15874" b="13738"/>
          <a:stretch>
            <a:fillRect/>
          </a:stretch>
        </p:blipFill>
        <p:spPr>
          <a:xfrm>
            <a:off x="1271270" y="3653790"/>
            <a:ext cx="10659567" cy="82348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rcRect r="65638" b="-9347"/>
          <a:stretch>
            <a:fillRect/>
          </a:stretch>
        </p:blipFill>
        <p:spPr>
          <a:xfrm>
            <a:off x="982980" y="4518660"/>
            <a:ext cx="2827020" cy="93599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rcRect r="56818" b="-4473"/>
          <a:stretch>
            <a:fillRect/>
          </a:stretch>
        </p:blipFill>
        <p:spPr>
          <a:xfrm>
            <a:off x="1991360" y="5268595"/>
            <a:ext cx="5471606" cy="997333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7463155" y="5151120"/>
            <a:ext cx="4175760" cy="825500"/>
            <a:chOff x="11753" y="7683"/>
            <a:chExt cx="6576" cy="1300"/>
          </a:xfrm>
        </p:grpSpPr>
        <p:sp>
          <p:nvSpPr>
            <p:cNvPr id="13" name="矩形 12"/>
            <p:cNvSpPr/>
            <p:nvPr/>
          </p:nvSpPr>
          <p:spPr>
            <a:xfrm>
              <a:off x="11753" y="7683"/>
              <a:ext cx="6577" cy="13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1" name="图片 2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rcRect r="22257" b="160"/>
            <a:stretch>
              <a:fillRect/>
            </a:stretch>
          </p:blipFill>
          <p:spPr>
            <a:xfrm>
              <a:off x="11867" y="7707"/>
              <a:ext cx="6123" cy="1248"/>
            </a:xfrm>
            <a:prstGeom prst="rect">
              <a:avLst/>
            </a:prstGeom>
          </p:spPr>
        </p:pic>
      </p:grpSp>
      <p:sp>
        <p:nvSpPr>
          <p:cNvPr id="23" name="圆角矩形 38"/>
          <p:cNvSpPr/>
          <p:nvPr>
            <p:custDataLst>
              <p:tags r:id="rId12"/>
            </p:custDataLst>
          </p:nvPr>
        </p:nvSpPr>
        <p:spPr>
          <a:xfrm>
            <a:off x="986790" y="1854200"/>
            <a:ext cx="62547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/>
          <a:srcRect l="34139" t="8383" r="22978" b="-9347"/>
          <a:stretch>
            <a:fillRect/>
          </a:stretch>
        </p:blipFill>
        <p:spPr>
          <a:xfrm>
            <a:off x="3791585" y="4590415"/>
            <a:ext cx="3528060" cy="864235"/>
          </a:xfrm>
          <a:prstGeom prst="rect">
            <a:avLst/>
          </a:prstGeom>
        </p:spPr>
      </p:pic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>
            <a:off x="491490" y="1134745"/>
            <a:ext cx="86550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五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10410" b="-22553"/>
          <a:stretch>
            <a:fillRect/>
          </a:stretch>
        </p:blipFill>
        <p:spPr>
          <a:xfrm>
            <a:off x="1487170" y="989965"/>
            <a:ext cx="10838180" cy="878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92298" b="-22293"/>
          <a:stretch>
            <a:fillRect/>
          </a:stretch>
        </p:blipFill>
        <p:spPr>
          <a:xfrm>
            <a:off x="567055" y="1854200"/>
            <a:ext cx="976603" cy="5859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r="24058" b="-4473"/>
          <a:stretch>
            <a:fillRect/>
          </a:stretch>
        </p:blipFill>
        <p:spPr>
          <a:xfrm>
            <a:off x="1415415" y="1638300"/>
            <a:ext cx="9622584" cy="9973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r="41798" b="-22524"/>
          <a:stretch>
            <a:fillRect/>
          </a:stretch>
        </p:blipFill>
        <p:spPr>
          <a:xfrm>
            <a:off x="911225" y="2440305"/>
            <a:ext cx="7374773" cy="11696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rcRect r="69334" b="-4473"/>
          <a:stretch>
            <a:fillRect/>
          </a:stretch>
        </p:blipFill>
        <p:spPr>
          <a:xfrm>
            <a:off x="8328025" y="2440305"/>
            <a:ext cx="3885565" cy="9975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rcRect r="55340" b="-8880"/>
          <a:stretch>
            <a:fillRect/>
          </a:stretch>
        </p:blipFill>
        <p:spPr>
          <a:xfrm>
            <a:off x="838835" y="3295650"/>
            <a:ext cx="4105275" cy="8642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rcRect r="66362" b="-4473"/>
          <a:stretch>
            <a:fillRect/>
          </a:stretch>
        </p:blipFill>
        <p:spPr>
          <a:xfrm>
            <a:off x="2207260" y="3943985"/>
            <a:ext cx="4262301" cy="99733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rcRect r="26790" b="-4473"/>
          <a:stretch>
            <a:fillRect/>
          </a:stretch>
        </p:blipFill>
        <p:spPr>
          <a:xfrm>
            <a:off x="838835" y="4664075"/>
            <a:ext cx="9276415" cy="99733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rcRect l="44660" t="-9040"/>
          <a:stretch>
            <a:fillRect/>
          </a:stretch>
        </p:blipFill>
        <p:spPr>
          <a:xfrm>
            <a:off x="5015865" y="3223260"/>
            <a:ext cx="5086985" cy="865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rcRect r="24058" b="16987"/>
          <a:stretch>
            <a:fillRect/>
          </a:stretch>
        </p:blipFill>
        <p:spPr>
          <a:xfrm>
            <a:off x="838835" y="5455920"/>
            <a:ext cx="9622790" cy="79248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rcRect r="36346" b="19914"/>
          <a:stretch>
            <a:fillRect/>
          </a:stretch>
        </p:blipFill>
        <p:spPr>
          <a:xfrm>
            <a:off x="838835" y="6093460"/>
            <a:ext cx="8065770" cy="764540"/>
          </a:xfrm>
          <a:prstGeom prst="rect">
            <a:avLst/>
          </a:prstGeom>
        </p:spPr>
      </p:pic>
      <p:sp>
        <p:nvSpPr>
          <p:cNvPr id="22" name="圆角矩形 38"/>
          <p:cNvSpPr/>
          <p:nvPr>
            <p:custDataLst>
              <p:tags r:id="rId11"/>
            </p:custDataLst>
          </p:nvPr>
        </p:nvSpPr>
        <p:spPr>
          <a:xfrm>
            <a:off x="915035" y="1136650"/>
            <a:ext cx="62547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7740" b="-4792"/>
          <a:stretch>
            <a:fillRect/>
          </a:stretch>
        </p:blipFill>
        <p:spPr>
          <a:xfrm>
            <a:off x="817636" y="1029610"/>
            <a:ext cx="10668575" cy="102393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60898" b="-8723"/>
          <a:stretch>
            <a:fillRect/>
          </a:stretch>
        </p:blipFill>
        <p:spPr>
          <a:xfrm>
            <a:off x="817636" y="1814099"/>
            <a:ext cx="5072355" cy="7977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r="41136" b="5911"/>
          <a:stretch>
            <a:fillRect/>
          </a:stretch>
        </p:blipFill>
        <p:spPr>
          <a:xfrm>
            <a:off x="1034069" y="2577271"/>
            <a:ext cx="7634235" cy="919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r="43146" b="3355"/>
          <a:stretch>
            <a:fillRect/>
          </a:stretch>
        </p:blipFill>
        <p:spPr>
          <a:xfrm>
            <a:off x="685696" y="3361759"/>
            <a:ext cx="7373570" cy="94432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r="93958" b="-27070"/>
          <a:stretch>
            <a:fillRect/>
          </a:stretch>
        </p:blipFill>
        <p:spPr>
          <a:xfrm>
            <a:off x="4156424" y="1921990"/>
            <a:ext cx="784056" cy="6231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 r="68143" b="-10064"/>
          <a:stretch>
            <a:fillRect/>
          </a:stretch>
        </p:blipFill>
        <p:spPr>
          <a:xfrm>
            <a:off x="903429" y="4210593"/>
            <a:ext cx="4131634" cy="10754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r="64520" b="639"/>
          <a:stretch>
            <a:fillRect/>
          </a:stretch>
        </p:blipFill>
        <p:spPr>
          <a:xfrm>
            <a:off x="1886152" y="5006780"/>
            <a:ext cx="4601639" cy="9710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rcRect r="68314" b="-10064"/>
          <a:stretch>
            <a:fillRect/>
          </a:stretch>
        </p:blipFill>
        <p:spPr>
          <a:xfrm>
            <a:off x="1936198" y="5944656"/>
            <a:ext cx="4109627" cy="10756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l="35410" r="32868" b="5228"/>
          <a:stretch>
            <a:fillRect/>
          </a:stretch>
        </p:blipFill>
        <p:spPr>
          <a:xfrm>
            <a:off x="6478691" y="5006780"/>
            <a:ext cx="4114177" cy="926177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154959" y="2479257"/>
            <a:ext cx="3373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rcRect l="31736" r="55049" b="-10064"/>
          <a:stretch>
            <a:fillRect/>
          </a:stretch>
        </p:blipFill>
        <p:spPr>
          <a:xfrm>
            <a:off x="6052325" y="5944656"/>
            <a:ext cx="1713915" cy="1075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7740" b="-4792"/>
          <a:stretch>
            <a:fillRect/>
          </a:stretch>
        </p:blipFill>
        <p:spPr>
          <a:xfrm>
            <a:off x="817636" y="957855"/>
            <a:ext cx="10668575" cy="102393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60898" b="-8723"/>
          <a:stretch>
            <a:fillRect/>
          </a:stretch>
        </p:blipFill>
        <p:spPr>
          <a:xfrm>
            <a:off x="817636" y="1742344"/>
            <a:ext cx="5072355" cy="7977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r="41136" b="5911"/>
          <a:stretch>
            <a:fillRect/>
          </a:stretch>
        </p:blipFill>
        <p:spPr>
          <a:xfrm>
            <a:off x="1034069" y="2433761"/>
            <a:ext cx="7634235" cy="919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r="43146" b="3355"/>
          <a:stretch>
            <a:fillRect/>
          </a:stretch>
        </p:blipFill>
        <p:spPr>
          <a:xfrm>
            <a:off x="685696" y="3361759"/>
            <a:ext cx="7373570" cy="9443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 r="66919" b="-4792"/>
          <a:stretch>
            <a:fillRect/>
          </a:stretch>
        </p:blipFill>
        <p:spPr>
          <a:xfrm>
            <a:off x="925527" y="4211242"/>
            <a:ext cx="4290313" cy="10236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rcRect r="51574" b="1072"/>
          <a:stretch>
            <a:fillRect/>
          </a:stretch>
        </p:blipFill>
        <p:spPr>
          <a:xfrm>
            <a:off x="1656070" y="5104272"/>
            <a:ext cx="3679361" cy="9593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rcRect r="93958" b="-27070"/>
          <a:stretch>
            <a:fillRect/>
          </a:stretch>
        </p:blipFill>
        <p:spPr>
          <a:xfrm>
            <a:off x="4156424" y="1850235"/>
            <a:ext cx="784056" cy="62318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rcRect l="47844" r="23199" b="-3619"/>
          <a:stretch>
            <a:fillRect/>
          </a:stretch>
        </p:blipFill>
        <p:spPr>
          <a:xfrm>
            <a:off x="5291234" y="5104272"/>
            <a:ext cx="2200077" cy="10048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l="32495" r="58274" b="-4792"/>
          <a:stretch>
            <a:fillRect/>
          </a:stretch>
        </p:blipFill>
        <p:spPr>
          <a:xfrm>
            <a:off x="5150196" y="4211242"/>
            <a:ext cx="1197206" cy="10236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l="76792" b="-67"/>
          <a:stretch>
            <a:fillRect/>
          </a:stretch>
        </p:blipFill>
        <p:spPr>
          <a:xfrm>
            <a:off x="7490662" y="5104272"/>
            <a:ext cx="1763312" cy="97037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rcRect r="71380" b="-7348"/>
          <a:stretch>
            <a:fillRect/>
          </a:stretch>
        </p:blipFill>
        <p:spPr>
          <a:xfrm>
            <a:off x="2994965" y="5996652"/>
            <a:ext cx="3711759" cy="10489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968" r="78650" b="-58599"/>
          <a:stretch>
            <a:fillRect/>
          </a:stretch>
        </p:blipFill>
        <p:spPr>
          <a:xfrm>
            <a:off x="1344930" y="1259840"/>
            <a:ext cx="2422709" cy="886574"/>
          </a:xfrm>
          <a:prstGeom prst="rect">
            <a:avLst/>
          </a:prstGeom>
        </p:spPr>
      </p:pic>
      <p:sp>
        <p:nvSpPr>
          <p:cNvPr id="22" name="圆角矩形 38"/>
          <p:cNvSpPr/>
          <p:nvPr>
            <p:custDataLst>
              <p:tags r:id="rId3"/>
            </p:custDataLst>
          </p:nvPr>
        </p:nvSpPr>
        <p:spPr>
          <a:xfrm>
            <a:off x="659765" y="2197100"/>
            <a:ext cx="877570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r="16287" b="-4473"/>
          <a:stretch>
            <a:fillRect/>
          </a:stretch>
        </p:blipFill>
        <p:spPr>
          <a:xfrm>
            <a:off x="1631315" y="1980565"/>
            <a:ext cx="10607040" cy="997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52726" b="13738"/>
          <a:stretch>
            <a:fillRect/>
          </a:stretch>
        </p:blipFill>
        <p:spPr>
          <a:xfrm>
            <a:off x="659765" y="3060700"/>
            <a:ext cx="5990097" cy="8234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r="48622" b="-10448"/>
          <a:stretch>
            <a:fillRect/>
          </a:stretch>
        </p:blipFill>
        <p:spPr>
          <a:xfrm>
            <a:off x="911225" y="3870325"/>
            <a:ext cx="6508730" cy="15795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r="24058" b="13646"/>
          <a:stretch>
            <a:fillRect/>
          </a:stretch>
        </p:blipFill>
        <p:spPr>
          <a:xfrm>
            <a:off x="911225" y="5130800"/>
            <a:ext cx="9620541" cy="1234966"/>
          </a:xfrm>
          <a:prstGeom prst="rect">
            <a:avLst/>
          </a:prstGeom>
        </p:spPr>
      </p:pic>
      <p:sp>
        <p:nvSpPr>
          <p:cNvPr id="9" name="圆角矩形 38"/>
          <p:cNvSpPr/>
          <p:nvPr>
            <p:custDataLst>
              <p:tags r:id="rId8"/>
            </p:custDataLst>
          </p:nvPr>
        </p:nvSpPr>
        <p:spPr>
          <a:xfrm>
            <a:off x="479425" y="1260475"/>
            <a:ext cx="865505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六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6287" b="-4473"/>
          <a:stretch>
            <a:fillRect/>
          </a:stretch>
        </p:blipFill>
        <p:spPr>
          <a:xfrm>
            <a:off x="1558925" y="1062355"/>
            <a:ext cx="10607040" cy="997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52726" b="13738"/>
          <a:stretch>
            <a:fillRect/>
          </a:stretch>
        </p:blipFill>
        <p:spPr>
          <a:xfrm>
            <a:off x="767080" y="1854200"/>
            <a:ext cx="5990097" cy="82348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92298" b="-22293"/>
          <a:stretch>
            <a:fillRect/>
          </a:stretch>
        </p:blipFill>
        <p:spPr>
          <a:xfrm>
            <a:off x="473075" y="2934335"/>
            <a:ext cx="976603" cy="58596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r="33614" b="-22524"/>
          <a:stretch>
            <a:fillRect/>
          </a:stretch>
        </p:blipFill>
        <p:spPr>
          <a:xfrm>
            <a:off x="1631315" y="2718435"/>
            <a:ext cx="8411755" cy="11696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r="11289" b="-8626"/>
          <a:stretch>
            <a:fillRect/>
          </a:stretch>
        </p:blipFill>
        <p:spPr>
          <a:xfrm>
            <a:off x="982980" y="3726815"/>
            <a:ext cx="11240581" cy="103698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rcRect r="64835" b="-8786"/>
          <a:stretch>
            <a:fillRect/>
          </a:stretch>
        </p:blipFill>
        <p:spPr>
          <a:xfrm>
            <a:off x="982980" y="4763770"/>
            <a:ext cx="4455795" cy="10382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rcRect l="35495" r="53605" b="-5659"/>
          <a:stretch>
            <a:fillRect/>
          </a:stretch>
        </p:blipFill>
        <p:spPr>
          <a:xfrm>
            <a:off x="5591810" y="4793615"/>
            <a:ext cx="1381125" cy="1008380"/>
          </a:xfrm>
          <a:prstGeom prst="rect">
            <a:avLst/>
          </a:prstGeom>
        </p:spPr>
      </p:pic>
      <p:sp>
        <p:nvSpPr>
          <p:cNvPr id="12" name="圆角矩形 38"/>
          <p:cNvSpPr/>
          <p:nvPr>
            <p:custDataLst>
              <p:tags r:id="rId8"/>
            </p:custDataLst>
          </p:nvPr>
        </p:nvSpPr>
        <p:spPr>
          <a:xfrm>
            <a:off x="610235" y="1280160"/>
            <a:ext cx="877570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6287" b="-4473"/>
          <a:stretch>
            <a:fillRect/>
          </a:stretch>
        </p:blipFill>
        <p:spPr>
          <a:xfrm>
            <a:off x="1559560" y="1062355"/>
            <a:ext cx="10607040" cy="997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85792" b="11942"/>
          <a:stretch>
            <a:fillRect/>
          </a:stretch>
        </p:blipFill>
        <p:spPr>
          <a:xfrm>
            <a:off x="982980" y="1998345"/>
            <a:ext cx="1800225" cy="840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48622" b="-10448"/>
          <a:stretch>
            <a:fillRect/>
          </a:stretch>
        </p:blipFill>
        <p:spPr>
          <a:xfrm>
            <a:off x="2783205" y="1854200"/>
            <a:ext cx="6508730" cy="15795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r="24058" b="13646"/>
          <a:stretch>
            <a:fillRect/>
          </a:stretch>
        </p:blipFill>
        <p:spPr>
          <a:xfrm>
            <a:off x="767080" y="2934335"/>
            <a:ext cx="9620541" cy="12349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r="17234" b="-22524"/>
          <a:stretch>
            <a:fillRect/>
          </a:stretch>
        </p:blipFill>
        <p:spPr>
          <a:xfrm>
            <a:off x="1415415" y="4014470"/>
            <a:ext cx="10487245" cy="11696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92298" b="-22293"/>
          <a:stretch>
            <a:fillRect/>
          </a:stretch>
        </p:blipFill>
        <p:spPr>
          <a:xfrm>
            <a:off x="631190" y="4264660"/>
            <a:ext cx="976603" cy="5859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r="20645" b="-4473"/>
          <a:stretch>
            <a:fillRect/>
          </a:stretch>
        </p:blipFill>
        <p:spPr>
          <a:xfrm>
            <a:off x="767080" y="4950460"/>
            <a:ext cx="10055225" cy="9975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rcRect r="44530" b="-4473"/>
          <a:stretch>
            <a:fillRect/>
          </a:stretch>
        </p:blipFill>
        <p:spPr>
          <a:xfrm>
            <a:off x="911225" y="5886450"/>
            <a:ext cx="7028604" cy="9973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8"/>
          <a:srcRect l="78989" r="15874" b="-4473"/>
          <a:stretch>
            <a:fillRect/>
          </a:stretch>
        </p:blipFill>
        <p:spPr>
          <a:xfrm>
            <a:off x="10775950" y="4950460"/>
            <a:ext cx="650875" cy="997585"/>
          </a:xfrm>
          <a:prstGeom prst="rect">
            <a:avLst/>
          </a:prstGeom>
        </p:spPr>
      </p:pic>
      <p:sp>
        <p:nvSpPr>
          <p:cNvPr id="12" name="圆角矩形 38"/>
          <p:cNvSpPr/>
          <p:nvPr>
            <p:custDataLst>
              <p:tags r:id="rId11"/>
            </p:custDataLst>
          </p:nvPr>
        </p:nvSpPr>
        <p:spPr>
          <a:xfrm>
            <a:off x="610235" y="1280160"/>
            <a:ext cx="877570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26790" b="13738"/>
          <a:stretch>
            <a:fillRect/>
          </a:stretch>
        </p:blipFill>
        <p:spPr>
          <a:xfrm>
            <a:off x="1703070" y="1062355"/>
            <a:ext cx="9276416" cy="823486"/>
          </a:xfrm>
          <a:prstGeom prst="rect">
            <a:avLst/>
          </a:prstGeom>
        </p:spPr>
      </p:pic>
      <p:sp>
        <p:nvSpPr>
          <p:cNvPr id="22" name="圆角矩形 38"/>
          <p:cNvSpPr/>
          <p:nvPr>
            <p:custDataLst>
              <p:tags r:id="rId2"/>
            </p:custDataLst>
          </p:nvPr>
        </p:nvSpPr>
        <p:spPr>
          <a:xfrm>
            <a:off x="753745" y="1280160"/>
            <a:ext cx="877570" cy="492125"/>
          </a:xfrm>
          <a:prstGeom prst="roundRect">
            <a:avLst>
              <a:gd name="adj" fmla="val 50000"/>
            </a:avLst>
          </a:prstGeom>
          <a:solidFill>
            <a:srgbClr val="2B5284"/>
          </a:solidFill>
          <a:ln w="25400" cap="flat" cmpd="sng" algn="ctr">
            <a:noFill/>
            <a:prstDash val="solid"/>
          </a:ln>
          <a:effectLst>
            <a:outerShdw blurRad="76200" dist="762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39078" b="-4473"/>
          <a:stretch>
            <a:fillRect/>
          </a:stretch>
        </p:blipFill>
        <p:spPr>
          <a:xfrm>
            <a:off x="911225" y="1926590"/>
            <a:ext cx="7719417" cy="997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r="11782" b="-22524"/>
          <a:stretch>
            <a:fillRect/>
          </a:stretch>
        </p:blipFill>
        <p:spPr>
          <a:xfrm>
            <a:off x="1343025" y="2718435"/>
            <a:ext cx="11178058" cy="11696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92298" b="-22293"/>
          <a:stretch>
            <a:fillRect/>
          </a:stretch>
        </p:blipFill>
        <p:spPr>
          <a:xfrm>
            <a:off x="631190" y="2901315"/>
            <a:ext cx="976603" cy="5859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rcRect r="28150" b="-4473"/>
          <a:stretch>
            <a:fillRect/>
          </a:stretch>
        </p:blipFill>
        <p:spPr>
          <a:xfrm>
            <a:off x="982980" y="3582670"/>
            <a:ext cx="9104093" cy="9973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rcRect r="63571" b="-4473"/>
          <a:stretch>
            <a:fillRect/>
          </a:stretch>
        </p:blipFill>
        <p:spPr>
          <a:xfrm>
            <a:off x="911225" y="4374515"/>
            <a:ext cx="4615815" cy="997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rcRect r="41798" b="-4473"/>
          <a:stretch>
            <a:fillRect/>
          </a:stretch>
        </p:blipFill>
        <p:spPr>
          <a:xfrm>
            <a:off x="982980" y="5166360"/>
            <a:ext cx="7374773" cy="9973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rcRect r="18606" b="-4473"/>
          <a:stretch>
            <a:fillRect/>
          </a:stretch>
        </p:blipFill>
        <p:spPr>
          <a:xfrm>
            <a:off x="911225" y="5958840"/>
            <a:ext cx="10313397" cy="99733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8"/>
          <a:srcRect l="36940" t="7581" r="28150" b="-4473"/>
          <a:stretch>
            <a:fillRect/>
          </a:stretch>
        </p:blipFill>
        <p:spPr>
          <a:xfrm>
            <a:off x="5591810" y="4446905"/>
            <a:ext cx="4423410" cy="925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11096,&quot;width&quot;:19715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PLACING_PICTURE_USER_VIEWPORT" val="{&quot;height&quot;:2155,&quot;width&quot;:11843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UNIT_PLACING_PICTURE_USER_VIEWPORT" val="{&quot;height&quot;:1167.4850393700788,&quot;width&quot;:1507.9181102362204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UNIT_PLACING_PICTURE_USER_VIEWPORT" val="{&quot;height&quot;:314,&quot;width&quot;:8309}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PP_MARK_KEY" val="c89a049a-0411-4743-9dec-fea0fb353731"/>
  <p:tag name="COMMONDATA" val="eyJoZGlkIjoiMWI0NzU4ZjUwYzkxOGZkZGMxZDAxMGMyNmYzZjViN2U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WPS 演示</Application>
  <PresentationFormat>自定义</PresentationFormat>
  <Paragraphs>58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Heiti SC Light</vt:lpstr>
      <vt:lpstr>微软雅黑</vt:lpstr>
      <vt:lpstr>Heiti SC Light</vt:lpstr>
      <vt:lpstr>隶书</vt:lpstr>
      <vt:lpstr>Calibri</vt:lpstr>
      <vt:lpstr>Heiti SC Light</vt:lpstr>
      <vt:lpstr>Arial Unicode MS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Design</dc:creator>
  <cp:lastModifiedBy>吴洁</cp:lastModifiedBy>
  <cp:revision>602</cp:revision>
  <dcterms:created xsi:type="dcterms:W3CDTF">2010-05-18T15:49:00Z</dcterms:created>
  <dcterms:modified xsi:type="dcterms:W3CDTF">2024-12-28T00:59:21Z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37B5689FF40A4727BEFE6FE75614A71F</vt:lpwstr>
  </property>
</Properties>
</file>
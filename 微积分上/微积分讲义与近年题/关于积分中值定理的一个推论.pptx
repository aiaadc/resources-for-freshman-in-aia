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0B9BE-B2C8-1819-50AC-4CE8D39FA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91A331-A073-54CC-A076-12152B65E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E73066-F5C7-A600-F69F-88977592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C9657-465E-4F30-86FB-4E87F57F1764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67EDE7-0CDA-CB24-C93E-F9EC5F54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000B70-520A-511E-6257-B176375E1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8E628-F52C-466F-A5F4-F4336B537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638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31205-E8C4-C513-BD6C-C6AEF13E7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47ED23-E37E-25B8-D256-AE60B659F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9813ED-DD16-EAF6-C39A-C06BA7FDC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C9657-465E-4F30-86FB-4E87F57F1764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C02411-C65D-498E-A914-9B153EAB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5D4EB6-556F-C8A0-17EA-A89871CC5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8E628-F52C-466F-A5F4-F4336B537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426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CF69A-879D-33C5-FA16-73559ACED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8BBF7D-F069-94E2-0F2B-3F5453A8D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D1363-0ED2-69F7-8227-AC0ED4A00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C9657-465E-4F30-86FB-4E87F57F1764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497A41-B256-3FBA-4F52-6F5EAE37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BE14C9-385C-4E51-4842-D1960CE69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8E628-F52C-466F-A5F4-F4336B537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65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673459-7370-A270-D71D-543D3E14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9BF573-6035-08EF-4D12-B5F497666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F232DB-4A57-F1F6-423E-4B2D20A96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67B13A-196D-66DE-53AC-666EAAC55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C9657-465E-4F30-86FB-4E87F57F1764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19B487-C0EF-CC2C-8E4A-7A971E89F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C3598E-0394-5EF5-81B0-FE44AD543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8E628-F52C-466F-A5F4-F4336B537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331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D421A-DB5A-39E8-FF56-23A2BC0C3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21E30E-76F0-5516-9446-F8C117729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59D182-9013-B364-3F6A-57BA67B14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583164-8792-24BB-BBA7-427D593D8A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AF6D51B-2257-A54F-046D-8966316FE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5E16153-82BE-FDE3-DE96-D7F36B6F4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C9657-465E-4F30-86FB-4E87F57F1764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FAE71C-04D1-FEDD-5FD5-506BF8A7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51EA95-4818-9C03-8122-55BFBF3B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8E628-F52C-466F-A5F4-F4336B537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633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06B1A8-072A-6F54-F257-33079CE84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901BFE-3472-7D15-D53F-CBE9AE756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C9657-465E-4F30-86FB-4E87F57F1764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59729C-65A5-438A-BB21-07F244A5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2A00FF-5497-4FB5-8C8A-9C892F3AD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8E628-F52C-466F-A5F4-F4336B537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82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995E17-0292-ACC5-438B-6EC97BC37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C9657-465E-4F30-86FB-4E87F57F1764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3173B00-7A8B-0F94-C5FA-10EDA7003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20F88E-A102-DF8C-8B91-B7104ECDA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8E628-F52C-466F-A5F4-F4336B537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96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DA4036-D562-8F41-FADC-AEE723B6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EA1A35-E7EF-477D-B742-27DD2427A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9D644A-32FE-3C9A-C23A-41D658C30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F7022F-8CC1-8AED-2675-0DF42C87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C9657-465E-4F30-86FB-4E87F57F1764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15A9F7-A8B3-227F-7DF3-061D783C1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5E39E5-07DD-989C-8E15-590718E23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8E628-F52C-466F-A5F4-F4336B537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92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1F9A0F-1540-A1F5-1B76-066337603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20FD4D-8C09-4EE2-2B4C-4ED73E496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F81FFB-2943-AC3F-D5C0-89B4390BE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75945C-1327-1458-A422-E24961EE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C9657-465E-4F30-86FB-4E87F57F1764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3052A2-79BD-7E0C-7000-F073635F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62CC63-BDBE-9DE0-36C9-2A13E5F6A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8E628-F52C-466F-A5F4-F4336B537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709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75147-2988-BB96-47DF-482B5C53F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3E9BBB-0F6F-941C-C9AD-E422A8389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9A4BF3-E4D8-89EA-5DF8-D61A5621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C9657-465E-4F30-86FB-4E87F57F1764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E832A0-15DD-5442-7E97-AC6A6E439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104320-1DB7-11F5-257E-BE2E8AC0E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8E628-F52C-466F-A5F4-F4336B537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43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13A6E73-CB9D-8878-97C6-61E628076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56C9C5-7DB4-4EEB-6C3D-FDA5FAEEB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0A7854-7B88-F72C-5B34-DCE542990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C9657-465E-4F30-86FB-4E87F57F1764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817005-99A8-6BB7-652F-DA0AA958A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5853D8-A532-AE17-DD8C-31677466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8E628-F52C-466F-A5F4-F4336B537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490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73E400-E229-0FD4-E61F-0478936A1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2185F4-990D-B061-825F-A91731CEE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1ECB00-AAC1-7934-91B1-304A06410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C9657-465E-4F30-86FB-4E87F57F1764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D84350-2AF8-C477-70D3-DCFBA7B48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77473D-8D10-AA78-1EA2-6691D94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8E628-F52C-466F-A5F4-F4336B537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73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289E18-24BF-6E21-88E4-A3E9556DBE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FF08A3-909A-5A63-290A-7399BDC16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1510DB-D8AF-A463-FD15-254A4E9FC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6406" y="365760"/>
            <a:ext cx="12417849" cy="604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63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7174E89-8B84-EF4B-310E-5ADD7D286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7"/>
          <a:stretch/>
        </p:blipFill>
        <p:spPr>
          <a:xfrm>
            <a:off x="0" y="1601068"/>
            <a:ext cx="12192000" cy="37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90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918B84E-174E-0D95-07E5-B9173CB65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983"/>
            <a:ext cx="12123303" cy="585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361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hu</dc:creator>
  <cp:lastModifiedBy>evan hu</cp:lastModifiedBy>
  <cp:revision>2</cp:revision>
  <dcterms:created xsi:type="dcterms:W3CDTF">2024-12-29T15:03:41Z</dcterms:created>
  <dcterms:modified xsi:type="dcterms:W3CDTF">2024-12-29T15:06:01Z</dcterms:modified>
</cp:coreProperties>
</file>